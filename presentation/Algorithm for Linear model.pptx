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011" r:id="rId3"/>
  </p:sldMasterIdLst>
  <p:notesMasterIdLst>
    <p:notesMasterId r:id="rId6"/>
  </p:notesMasterIdLst>
  <p:handoutMasterIdLst>
    <p:handoutMasterId r:id="rId7"/>
  </p:handoutMasterIdLst>
  <p:sldIdLst>
    <p:sldId id="425" r:id="rId4"/>
    <p:sldId id="427" r:id="rId5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D53F028-A2E4-E24B-A222-7DB4617B18BB}">
          <p14:sldIdLst>
            <p14:sldId id="425"/>
            <p14:sldId id="4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FDB"/>
    <a:srgbClr val="FFE050"/>
    <a:srgbClr val="FFED5E"/>
    <a:srgbClr val="02ABB1"/>
    <a:srgbClr val="00666F"/>
    <a:srgbClr val="FCFCC2"/>
    <a:srgbClr val="ADFF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064285-21CA-4338-92BD-9A1E6159C0FA}" v="105" dt="2026-01-18T06:43:35.00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0017" autoAdjust="0"/>
  </p:normalViewPr>
  <p:slideViewPr>
    <p:cSldViewPr snapToGrid="0">
      <p:cViewPr varScale="1">
        <p:scale>
          <a:sx n="81" d="100"/>
          <a:sy n="81" d="100"/>
        </p:scale>
        <p:origin x="1526" y="374"/>
      </p:cViewPr>
      <p:guideLst>
        <p:guide orient="horz" pos="1620"/>
        <p:guide pos="2880"/>
      </p:guideLst>
    </p:cSldViewPr>
  </p:slideViewPr>
  <p:outlineViewPr>
    <p:cViewPr>
      <p:scale>
        <a:sx n="70" d="100"/>
        <a:sy n="70" d="100"/>
      </p:scale>
      <p:origin x="-80" y="-5019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4292"/>
    </p:cViewPr>
  </p:sorterViewPr>
  <p:notesViewPr>
    <p:cSldViewPr snapToGrid="0" showGuides="1">
      <p:cViewPr>
        <p:scale>
          <a:sx n="109" d="100"/>
          <a:sy n="109" d="100"/>
        </p:scale>
        <p:origin x="3666" y="456"/>
      </p:cViewPr>
      <p:guideLst/>
    </p:cSldViewPr>
  </p:notes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Master" Target="slideMasters/slideMaster1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driks, Rob" userId="c1397476-51d7-416b-9276-de9da7a1b8a6" providerId="ADAL" clId="{5530228B-0BD8-451E-BAD1-66B9143C59C5}"/>
    <pc:docChg chg="undo custSel addSld delSld modSld modSection">
      <pc:chgData name="Hendriks, Rob" userId="c1397476-51d7-416b-9276-de9da7a1b8a6" providerId="ADAL" clId="{5530228B-0BD8-451E-BAD1-66B9143C59C5}" dt="2026-01-21T07:48:49.589" v="457" actId="20577"/>
      <pc:docMkLst>
        <pc:docMk/>
      </pc:docMkLst>
      <pc:sldChg chg="addSp delSp modSp mod">
        <pc:chgData name="Hendriks, Rob" userId="c1397476-51d7-416b-9276-de9da7a1b8a6" providerId="ADAL" clId="{5530228B-0BD8-451E-BAD1-66B9143C59C5}" dt="2026-01-21T07:48:17.014" v="350" actId="20577"/>
        <pc:sldMkLst>
          <pc:docMk/>
          <pc:sldMk cId="3106502544" sldId="425"/>
        </pc:sldMkLst>
        <pc:spChg chg="mod">
          <ac:chgData name="Hendriks, Rob" userId="c1397476-51d7-416b-9276-de9da7a1b8a6" providerId="ADAL" clId="{5530228B-0BD8-451E-BAD1-66B9143C59C5}" dt="2026-01-18T06:41:54.761" v="133" actId="1076"/>
          <ac:spMkLst>
            <pc:docMk/>
            <pc:sldMk cId="3106502544" sldId="425"/>
            <ac:spMk id="31" creationId="{BF6C70CC-FDC6-F4B8-1320-B5C731305C62}"/>
          </ac:spMkLst>
        </pc:spChg>
        <pc:spChg chg="mod">
          <ac:chgData name="Hendriks, Rob" userId="c1397476-51d7-416b-9276-de9da7a1b8a6" providerId="ADAL" clId="{5530228B-0BD8-451E-BAD1-66B9143C59C5}" dt="2026-01-21T07:48:17.014" v="350" actId="20577"/>
          <ac:spMkLst>
            <pc:docMk/>
            <pc:sldMk cId="3106502544" sldId="425"/>
            <ac:spMk id="33" creationId="{D7EB9410-D872-BD0E-2B87-6A1E468C015D}"/>
          </ac:spMkLst>
        </pc:spChg>
        <pc:spChg chg="add mod">
          <ac:chgData name="Hendriks, Rob" userId="c1397476-51d7-416b-9276-de9da7a1b8a6" providerId="ADAL" clId="{5530228B-0BD8-451E-BAD1-66B9143C59C5}" dt="2026-01-18T06:41:57.609" v="134" actId="1076"/>
          <ac:spMkLst>
            <pc:docMk/>
            <pc:sldMk cId="3106502544" sldId="425"/>
            <ac:spMk id="39" creationId="{6960532E-7BE2-A980-8CA9-FD2E8B63880A}"/>
          </ac:spMkLst>
        </pc:spChg>
        <pc:spChg chg="add mod">
          <ac:chgData name="Hendriks, Rob" userId="c1397476-51d7-416b-9276-de9da7a1b8a6" providerId="ADAL" clId="{5530228B-0BD8-451E-BAD1-66B9143C59C5}" dt="2026-01-18T06:46:06.185" v="302" actId="1037"/>
          <ac:spMkLst>
            <pc:docMk/>
            <pc:sldMk cId="3106502544" sldId="425"/>
            <ac:spMk id="50" creationId="{6CC40E4C-81BE-AE0F-2D77-6FD8D4377D82}"/>
          </ac:spMkLst>
        </pc:spChg>
        <pc:graphicFrameChg chg="modGraphic">
          <ac:chgData name="Hendriks, Rob" userId="c1397476-51d7-416b-9276-de9da7a1b8a6" providerId="ADAL" clId="{5530228B-0BD8-451E-BAD1-66B9143C59C5}" dt="2026-01-21T07:47:08.932" v="309" actId="207"/>
          <ac:graphicFrameMkLst>
            <pc:docMk/>
            <pc:sldMk cId="3106502544" sldId="425"/>
            <ac:graphicFrameMk id="5" creationId="{0FBE4B93-2092-0923-7869-C63BDBF2EB48}"/>
          </ac:graphicFrameMkLst>
        </pc:graphicFrameChg>
        <pc:graphicFrameChg chg="add mod modGraphic">
          <ac:chgData name="Hendriks, Rob" userId="c1397476-51d7-416b-9276-de9da7a1b8a6" providerId="ADAL" clId="{5530228B-0BD8-451E-BAD1-66B9143C59C5}" dt="2026-01-21T07:47:14.550" v="310" actId="207"/>
          <ac:graphicFrameMkLst>
            <pc:docMk/>
            <pc:sldMk cId="3106502544" sldId="425"/>
            <ac:graphicFrameMk id="40" creationId="{A00D2AF4-F06D-A3E0-7585-E7A8517A8FAC}"/>
          </ac:graphicFrameMkLst>
        </pc:graphicFrameChg>
        <pc:picChg chg="mod">
          <ac:chgData name="Hendriks, Rob" userId="c1397476-51d7-416b-9276-de9da7a1b8a6" providerId="ADAL" clId="{5530228B-0BD8-451E-BAD1-66B9143C59C5}" dt="2026-01-18T06:36:54.962" v="36" actId="408"/>
          <ac:picMkLst>
            <pc:docMk/>
            <pc:sldMk cId="3106502544" sldId="425"/>
            <ac:picMk id="6" creationId="{508EEF65-3E05-4D17-1D2E-EE8352063593}"/>
          </ac:picMkLst>
        </pc:picChg>
        <pc:picChg chg="mod">
          <ac:chgData name="Hendriks, Rob" userId="c1397476-51d7-416b-9276-de9da7a1b8a6" providerId="ADAL" clId="{5530228B-0BD8-451E-BAD1-66B9143C59C5}" dt="2026-01-18T06:36:54.962" v="36" actId="408"/>
          <ac:picMkLst>
            <pc:docMk/>
            <pc:sldMk cId="3106502544" sldId="425"/>
            <ac:picMk id="8" creationId="{917AF48E-E69C-F596-EFE0-F895F67EE255}"/>
          </ac:picMkLst>
        </pc:picChg>
        <pc:picChg chg="add mod">
          <ac:chgData name="Hendriks, Rob" userId="c1397476-51d7-416b-9276-de9da7a1b8a6" providerId="ADAL" clId="{5530228B-0BD8-451E-BAD1-66B9143C59C5}" dt="2026-01-18T06:36:54.962" v="36" actId="408"/>
          <ac:picMkLst>
            <pc:docMk/>
            <pc:sldMk cId="3106502544" sldId="425"/>
            <ac:picMk id="19" creationId="{64480066-B6F7-A4DD-46A3-33390FD3A4D0}"/>
          </ac:picMkLst>
        </pc:picChg>
        <pc:picChg chg="add mod">
          <ac:chgData name="Hendriks, Rob" userId="c1397476-51d7-416b-9276-de9da7a1b8a6" providerId="ADAL" clId="{5530228B-0BD8-451E-BAD1-66B9143C59C5}" dt="2026-01-18T06:36:54.962" v="36" actId="408"/>
          <ac:picMkLst>
            <pc:docMk/>
            <pc:sldMk cId="3106502544" sldId="425"/>
            <ac:picMk id="20" creationId="{45AFA7E0-C21D-331F-E36A-C1BEA57E595E}"/>
          </ac:picMkLst>
        </pc:picChg>
        <pc:picChg chg="add mod">
          <ac:chgData name="Hendriks, Rob" userId="c1397476-51d7-416b-9276-de9da7a1b8a6" providerId="ADAL" clId="{5530228B-0BD8-451E-BAD1-66B9143C59C5}" dt="2026-01-18T06:36:54.962" v="36" actId="408"/>
          <ac:picMkLst>
            <pc:docMk/>
            <pc:sldMk cId="3106502544" sldId="425"/>
            <ac:picMk id="35" creationId="{4BD547C3-4642-B0D5-E997-EF77C6484616}"/>
          </ac:picMkLst>
        </pc:picChg>
        <pc:picChg chg="add mod">
          <ac:chgData name="Hendriks, Rob" userId="c1397476-51d7-416b-9276-de9da7a1b8a6" providerId="ADAL" clId="{5530228B-0BD8-451E-BAD1-66B9143C59C5}" dt="2026-01-18T06:36:54.962" v="36" actId="408"/>
          <ac:picMkLst>
            <pc:docMk/>
            <pc:sldMk cId="3106502544" sldId="425"/>
            <ac:picMk id="36" creationId="{336C0FBF-8748-66A5-85CD-C5B840F3A9F2}"/>
          </ac:picMkLst>
        </pc:picChg>
        <pc:picChg chg="add mod">
          <ac:chgData name="Hendriks, Rob" userId="c1397476-51d7-416b-9276-de9da7a1b8a6" providerId="ADAL" clId="{5530228B-0BD8-451E-BAD1-66B9143C59C5}" dt="2026-01-18T06:36:54.962" v="36" actId="408"/>
          <ac:picMkLst>
            <pc:docMk/>
            <pc:sldMk cId="3106502544" sldId="425"/>
            <ac:picMk id="37" creationId="{D0729438-5AA9-A904-5ABF-7B58F2E802B2}"/>
          </ac:picMkLst>
        </pc:picChg>
        <pc:picChg chg="add mod">
          <ac:chgData name="Hendriks, Rob" userId="c1397476-51d7-416b-9276-de9da7a1b8a6" providerId="ADAL" clId="{5530228B-0BD8-451E-BAD1-66B9143C59C5}" dt="2026-01-18T06:36:54.962" v="36" actId="408"/>
          <ac:picMkLst>
            <pc:docMk/>
            <pc:sldMk cId="3106502544" sldId="425"/>
            <ac:picMk id="38" creationId="{A0142686-6B43-1495-71F2-71A1CBBAA6B8}"/>
          </ac:picMkLst>
        </pc:picChg>
        <pc:cxnChg chg="add mod">
          <ac:chgData name="Hendriks, Rob" userId="c1397476-51d7-416b-9276-de9da7a1b8a6" providerId="ADAL" clId="{5530228B-0BD8-451E-BAD1-66B9143C59C5}" dt="2026-01-18T06:41:28.835" v="128" actId="208"/>
          <ac:cxnSpMkLst>
            <pc:docMk/>
            <pc:sldMk cId="3106502544" sldId="425"/>
            <ac:cxnSpMk id="42" creationId="{D3B393DC-0C5E-6AE0-9C15-51682F23FFF0}"/>
          </ac:cxnSpMkLst>
        </pc:cxnChg>
        <pc:cxnChg chg="add mod">
          <ac:chgData name="Hendriks, Rob" userId="c1397476-51d7-416b-9276-de9da7a1b8a6" providerId="ADAL" clId="{5530228B-0BD8-451E-BAD1-66B9143C59C5}" dt="2026-01-18T06:41:28.835" v="128" actId="208"/>
          <ac:cxnSpMkLst>
            <pc:docMk/>
            <pc:sldMk cId="3106502544" sldId="425"/>
            <ac:cxnSpMk id="43" creationId="{7A4DEC4D-81EA-FF38-8904-B23614838A2C}"/>
          </ac:cxnSpMkLst>
        </pc:cxnChg>
        <pc:cxnChg chg="add mod">
          <ac:chgData name="Hendriks, Rob" userId="c1397476-51d7-416b-9276-de9da7a1b8a6" providerId="ADAL" clId="{5530228B-0BD8-451E-BAD1-66B9143C59C5}" dt="2026-01-18T06:41:28.835" v="128" actId="208"/>
          <ac:cxnSpMkLst>
            <pc:docMk/>
            <pc:sldMk cId="3106502544" sldId="425"/>
            <ac:cxnSpMk id="44" creationId="{766A405D-825E-CFF3-AD56-3A062398AE82}"/>
          </ac:cxnSpMkLst>
        </pc:cxnChg>
        <pc:cxnChg chg="add mod">
          <ac:chgData name="Hendriks, Rob" userId="c1397476-51d7-416b-9276-de9da7a1b8a6" providerId="ADAL" clId="{5530228B-0BD8-451E-BAD1-66B9143C59C5}" dt="2026-01-18T06:41:28.835" v="128" actId="208"/>
          <ac:cxnSpMkLst>
            <pc:docMk/>
            <pc:sldMk cId="3106502544" sldId="425"/>
            <ac:cxnSpMk id="45" creationId="{E10AA86B-10D0-516B-F991-A0BC70B4595B}"/>
          </ac:cxnSpMkLst>
        </pc:cxnChg>
        <pc:cxnChg chg="add mod">
          <ac:chgData name="Hendriks, Rob" userId="c1397476-51d7-416b-9276-de9da7a1b8a6" providerId="ADAL" clId="{5530228B-0BD8-451E-BAD1-66B9143C59C5}" dt="2026-01-18T06:41:28.835" v="128" actId="208"/>
          <ac:cxnSpMkLst>
            <pc:docMk/>
            <pc:sldMk cId="3106502544" sldId="425"/>
            <ac:cxnSpMk id="46" creationId="{3D2CAB06-374E-D944-43FB-9A5D4F5A8804}"/>
          </ac:cxnSpMkLst>
        </pc:cxnChg>
        <pc:cxnChg chg="add mod">
          <ac:chgData name="Hendriks, Rob" userId="c1397476-51d7-416b-9276-de9da7a1b8a6" providerId="ADAL" clId="{5530228B-0BD8-451E-BAD1-66B9143C59C5}" dt="2026-01-18T06:41:28.835" v="128" actId="208"/>
          <ac:cxnSpMkLst>
            <pc:docMk/>
            <pc:sldMk cId="3106502544" sldId="425"/>
            <ac:cxnSpMk id="47" creationId="{7D28B787-C591-5179-3D24-33AD200C5A53}"/>
          </ac:cxnSpMkLst>
        </pc:cxnChg>
        <pc:cxnChg chg="add mod">
          <ac:chgData name="Hendriks, Rob" userId="c1397476-51d7-416b-9276-de9da7a1b8a6" providerId="ADAL" clId="{5530228B-0BD8-451E-BAD1-66B9143C59C5}" dt="2026-01-18T06:41:28.835" v="128" actId="208"/>
          <ac:cxnSpMkLst>
            <pc:docMk/>
            <pc:sldMk cId="3106502544" sldId="425"/>
            <ac:cxnSpMk id="48" creationId="{E71A49B8-A0B3-C86C-841A-00BA6F8DADE2}"/>
          </ac:cxnSpMkLst>
        </pc:cxnChg>
        <pc:cxnChg chg="add mod">
          <ac:chgData name="Hendriks, Rob" userId="c1397476-51d7-416b-9276-de9da7a1b8a6" providerId="ADAL" clId="{5530228B-0BD8-451E-BAD1-66B9143C59C5}" dt="2026-01-18T06:41:28.835" v="128" actId="208"/>
          <ac:cxnSpMkLst>
            <pc:docMk/>
            <pc:sldMk cId="3106502544" sldId="425"/>
            <ac:cxnSpMk id="49" creationId="{A55542B4-D348-7156-DA0D-0CE88A986F3E}"/>
          </ac:cxnSpMkLst>
        </pc:cxnChg>
      </pc:sldChg>
      <pc:sldChg chg="addSp modSp add mod">
        <pc:chgData name="Hendriks, Rob" userId="c1397476-51d7-416b-9276-de9da7a1b8a6" providerId="ADAL" clId="{5530228B-0BD8-451E-BAD1-66B9143C59C5}" dt="2026-01-21T07:48:49.589" v="457" actId="20577"/>
        <pc:sldMkLst>
          <pc:docMk/>
          <pc:sldMk cId="2606288737" sldId="427"/>
        </pc:sldMkLst>
        <pc:spChg chg="mod">
          <ac:chgData name="Hendriks, Rob" userId="c1397476-51d7-416b-9276-de9da7a1b8a6" providerId="ADAL" clId="{5530228B-0BD8-451E-BAD1-66B9143C59C5}" dt="2026-01-18T06:45:48.023" v="293" actId="20577"/>
          <ac:spMkLst>
            <pc:docMk/>
            <pc:sldMk cId="2606288737" sldId="427"/>
            <ac:spMk id="2" creationId="{62708CD4-BA90-3986-DDB0-E1497AA09B4A}"/>
          </ac:spMkLst>
        </pc:spChg>
        <pc:spChg chg="mod">
          <ac:chgData name="Hendriks, Rob" userId="c1397476-51d7-416b-9276-de9da7a1b8a6" providerId="ADAL" clId="{5530228B-0BD8-451E-BAD1-66B9143C59C5}" dt="2026-01-18T06:42:19.622" v="136"/>
          <ac:spMkLst>
            <pc:docMk/>
            <pc:sldMk cId="2606288737" sldId="427"/>
            <ac:spMk id="4" creationId="{E85A3867-818A-6400-8929-283754AD05E8}"/>
          </ac:spMkLst>
        </pc:spChg>
        <pc:spChg chg="mod">
          <ac:chgData name="Hendriks, Rob" userId="c1397476-51d7-416b-9276-de9da7a1b8a6" providerId="ADAL" clId="{5530228B-0BD8-451E-BAD1-66B9143C59C5}" dt="2026-01-18T06:43:24.631" v="202" actId="688"/>
          <ac:spMkLst>
            <pc:docMk/>
            <pc:sldMk cId="2606288737" sldId="427"/>
            <ac:spMk id="7" creationId="{5464B4BB-D28A-048D-56B0-C1C41F5291F5}"/>
          </ac:spMkLst>
        </pc:spChg>
        <pc:spChg chg="mod">
          <ac:chgData name="Hendriks, Rob" userId="c1397476-51d7-416b-9276-de9da7a1b8a6" providerId="ADAL" clId="{5530228B-0BD8-451E-BAD1-66B9143C59C5}" dt="2026-01-18T06:43:19.262" v="200" actId="14100"/>
          <ac:spMkLst>
            <pc:docMk/>
            <pc:sldMk cId="2606288737" sldId="427"/>
            <ac:spMk id="32" creationId="{A14A3E96-1C4B-1D77-3E8A-7D9308C92B82}"/>
          </ac:spMkLst>
        </pc:spChg>
        <pc:spChg chg="mod">
          <ac:chgData name="Hendriks, Rob" userId="c1397476-51d7-416b-9276-de9da7a1b8a6" providerId="ADAL" clId="{5530228B-0BD8-451E-BAD1-66B9143C59C5}" dt="2026-01-21T07:48:49.589" v="457" actId="20577"/>
          <ac:spMkLst>
            <pc:docMk/>
            <pc:sldMk cId="2606288737" sldId="427"/>
            <ac:spMk id="33" creationId="{A8FF4BCD-5B57-D797-0EAC-EEDCC9874EA7}"/>
          </ac:spMkLst>
        </pc:spChg>
        <pc:spChg chg="mod">
          <ac:chgData name="Hendriks, Rob" userId="c1397476-51d7-416b-9276-de9da7a1b8a6" providerId="ADAL" clId="{5530228B-0BD8-451E-BAD1-66B9143C59C5}" dt="2026-01-18T06:43:13.437" v="198" actId="1038"/>
          <ac:spMkLst>
            <pc:docMk/>
            <pc:sldMk cId="2606288737" sldId="427"/>
            <ac:spMk id="34" creationId="{65884865-7EA5-62F3-9E2C-2D5430893E96}"/>
          </ac:spMkLst>
        </pc:spChg>
        <pc:spChg chg="mod">
          <ac:chgData name="Hendriks, Rob" userId="c1397476-51d7-416b-9276-de9da7a1b8a6" providerId="ADAL" clId="{5530228B-0BD8-451E-BAD1-66B9143C59C5}" dt="2026-01-18T06:45:37.363" v="290" actId="14100"/>
          <ac:spMkLst>
            <pc:docMk/>
            <pc:sldMk cId="2606288737" sldId="427"/>
            <ac:spMk id="50" creationId="{4BE9524C-E90F-E17D-B83D-F64DC29586DC}"/>
          </ac:spMkLst>
        </pc:spChg>
        <pc:grpChg chg="add mod">
          <ac:chgData name="Hendriks, Rob" userId="c1397476-51d7-416b-9276-de9da7a1b8a6" providerId="ADAL" clId="{5530228B-0BD8-451E-BAD1-66B9143C59C5}" dt="2026-01-18T06:43:31.210" v="204" actId="1076"/>
          <ac:grpSpMkLst>
            <pc:docMk/>
            <pc:sldMk cId="2606288737" sldId="427"/>
            <ac:grpSpMk id="3" creationId="{87A0CE71-F038-A196-0027-FF993FFA1E54}"/>
          </ac:grpSpMkLst>
        </pc:grpChg>
        <pc:graphicFrameChg chg="mod modGraphic">
          <ac:chgData name="Hendriks, Rob" userId="c1397476-51d7-416b-9276-de9da7a1b8a6" providerId="ADAL" clId="{5530228B-0BD8-451E-BAD1-66B9143C59C5}" dt="2026-01-21T07:47:21.836" v="311" actId="207"/>
          <ac:graphicFrameMkLst>
            <pc:docMk/>
            <pc:sldMk cId="2606288737" sldId="427"/>
            <ac:graphicFrameMk id="5" creationId="{B77B5C35-B40C-3503-F6C0-C0F3A01AE8D4}"/>
          </ac:graphicFrameMkLst>
        </pc:graphicFrameChg>
        <pc:graphicFrameChg chg="add mod modGraphic">
          <ac:chgData name="Hendriks, Rob" userId="c1397476-51d7-416b-9276-de9da7a1b8a6" providerId="ADAL" clId="{5530228B-0BD8-451E-BAD1-66B9143C59C5}" dt="2026-01-21T07:47:35.931" v="316" actId="20577"/>
          <ac:graphicFrameMkLst>
            <pc:docMk/>
            <pc:sldMk cId="2606288737" sldId="427"/>
            <ac:graphicFrameMk id="9" creationId="{9A85D95A-E237-BD21-530A-088A461475B1}"/>
          </ac:graphicFrameMkLst>
        </pc:graphicFrameChg>
        <pc:graphicFrameChg chg="modGraphic">
          <ac:chgData name="Hendriks, Rob" userId="c1397476-51d7-416b-9276-de9da7a1b8a6" providerId="ADAL" clId="{5530228B-0BD8-451E-BAD1-66B9143C59C5}" dt="2026-01-21T07:47:32.644" v="314" actId="20577"/>
          <ac:graphicFrameMkLst>
            <pc:docMk/>
            <pc:sldMk cId="2606288737" sldId="427"/>
            <ac:graphicFrameMk id="40" creationId="{6F1256D8-0460-4645-8942-FB3843D41E48}"/>
          </ac:graphicFrameMkLst>
        </pc:graphicFrameChg>
        <pc:picChg chg="mod">
          <ac:chgData name="Hendriks, Rob" userId="c1397476-51d7-416b-9276-de9da7a1b8a6" providerId="ADAL" clId="{5530228B-0BD8-451E-BAD1-66B9143C59C5}" dt="2026-01-18T06:43:13.437" v="198" actId="1038"/>
          <ac:picMkLst>
            <pc:docMk/>
            <pc:sldMk cId="2606288737" sldId="427"/>
            <ac:picMk id="6" creationId="{A7AD6C43-2336-091D-9786-1B6DC7E9BD37}"/>
          </ac:picMkLst>
        </pc:picChg>
        <pc:picChg chg="mod">
          <ac:chgData name="Hendriks, Rob" userId="c1397476-51d7-416b-9276-de9da7a1b8a6" providerId="ADAL" clId="{5530228B-0BD8-451E-BAD1-66B9143C59C5}" dt="2026-01-18T06:43:13.437" v="198" actId="1038"/>
          <ac:picMkLst>
            <pc:docMk/>
            <pc:sldMk cId="2606288737" sldId="427"/>
            <ac:picMk id="8" creationId="{63537FC1-DF4C-99E9-082F-9D7F2E8439DB}"/>
          </ac:picMkLst>
        </pc:picChg>
        <pc:picChg chg="mod">
          <ac:chgData name="Hendriks, Rob" userId="c1397476-51d7-416b-9276-de9da7a1b8a6" providerId="ADAL" clId="{5530228B-0BD8-451E-BAD1-66B9143C59C5}" dt="2026-01-18T06:43:13.437" v="198" actId="1038"/>
          <ac:picMkLst>
            <pc:docMk/>
            <pc:sldMk cId="2606288737" sldId="427"/>
            <ac:picMk id="19" creationId="{A4690DA0-899F-DE31-35A8-05FC2DEEB514}"/>
          </ac:picMkLst>
        </pc:picChg>
        <pc:picChg chg="mod">
          <ac:chgData name="Hendriks, Rob" userId="c1397476-51d7-416b-9276-de9da7a1b8a6" providerId="ADAL" clId="{5530228B-0BD8-451E-BAD1-66B9143C59C5}" dt="2026-01-18T06:43:13.437" v="198" actId="1038"/>
          <ac:picMkLst>
            <pc:docMk/>
            <pc:sldMk cId="2606288737" sldId="427"/>
            <ac:picMk id="20" creationId="{2FDAB2D7-F256-D4F7-D745-45662457C428}"/>
          </ac:picMkLst>
        </pc:picChg>
        <pc:picChg chg="mod">
          <ac:chgData name="Hendriks, Rob" userId="c1397476-51d7-416b-9276-de9da7a1b8a6" providerId="ADAL" clId="{5530228B-0BD8-451E-BAD1-66B9143C59C5}" dt="2026-01-18T06:43:13.437" v="198" actId="1038"/>
          <ac:picMkLst>
            <pc:docMk/>
            <pc:sldMk cId="2606288737" sldId="427"/>
            <ac:picMk id="35" creationId="{E2849F21-862B-614A-492B-116C2C8F95FB}"/>
          </ac:picMkLst>
        </pc:picChg>
        <pc:picChg chg="mod">
          <ac:chgData name="Hendriks, Rob" userId="c1397476-51d7-416b-9276-de9da7a1b8a6" providerId="ADAL" clId="{5530228B-0BD8-451E-BAD1-66B9143C59C5}" dt="2026-01-18T06:43:13.437" v="198" actId="1038"/>
          <ac:picMkLst>
            <pc:docMk/>
            <pc:sldMk cId="2606288737" sldId="427"/>
            <ac:picMk id="36" creationId="{40BC5302-F8C2-C378-2412-2D4A6A437E1E}"/>
          </ac:picMkLst>
        </pc:picChg>
        <pc:picChg chg="mod">
          <ac:chgData name="Hendriks, Rob" userId="c1397476-51d7-416b-9276-de9da7a1b8a6" providerId="ADAL" clId="{5530228B-0BD8-451E-BAD1-66B9143C59C5}" dt="2026-01-18T06:43:13.437" v="198" actId="1038"/>
          <ac:picMkLst>
            <pc:docMk/>
            <pc:sldMk cId="2606288737" sldId="427"/>
            <ac:picMk id="37" creationId="{78803F8D-D71F-8669-DA74-0D1329F3BCC7}"/>
          </ac:picMkLst>
        </pc:picChg>
        <pc:picChg chg="mod">
          <ac:chgData name="Hendriks, Rob" userId="c1397476-51d7-416b-9276-de9da7a1b8a6" providerId="ADAL" clId="{5530228B-0BD8-451E-BAD1-66B9143C59C5}" dt="2026-01-18T06:43:13.437" v="198" actId="1038"/>
          <ac:picMkLst>
            <pc:docMk/>
            <pc:sldMk cId="2606288737" sldId="427"/>
            <ac:picMk id="38" creationId="{F5403EA5-94BD-FA57-E2A8-302556535D45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8487FA-FF84-1B5E-CCCB-2A088FAB92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177DAF-43A1-58DD-E748-93BE0ACB5B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44211C-4A9E-8C4C-97BD-75A74A820AC7}" type="datetimeFigureOut">
              <a:rPr lang="en-US" smtClean="0">
                <a:latin typeface="Calibri" panose="020F0502020204030204" pitchFamily="34" charset="0"/>
                <a:cs typeface="Calibri" panose="020F0502020204030204" pitchFamily="34" charset="0"/>
              </a:rPr>
              <a:t>1/21/2026</a:t>
            </a:fld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004EE5-42B0-7389-3EEA-8484AE07F1A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68BA1-9C50-DD81-9DB3-53BBF5BA2C3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AC1E4-93AF-6C46-A091-93B307E81D8D}" type="slidenum">
              <a:rPr lang="en-US" smtClean="0">
                <a:latin typeface="Calibri" panose="020F0502020204030204" pitchFamily="34" charset="0"/>
                <a:cs typeface="Calibri" panose="020F0502020204030204" pitchFamily="34" charset="0"/>
              </a:rPr>
              <a:t>‹#›</a:t>
            </a:fld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0399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fld id="{533895C0-2991-1741-81AF-563E5518032A}" type="datetimeFigureOut">
              <a:rPr lang="en-US" smtClean="0"/>
              <a:pPr/>
              <a:t>1/21/2026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fld id="{9875E972-9F07-2B4C-A7FE-11ACC38BEE9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74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image" Target="../media/image5.emf"/><Relationship Id="rId4" Type="http://schemas.openxmlformats.org/officeDocument/2006/relationships/oleObject" Target="../embeddings/oleObject1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7.png"/><Relationship Id="rId5" Type="http://schemas.openxmlformats.org/officeDocument/2006/relationships/image" Target="../media/image5.emf"/><Relationship Id="rId4" Type="http://schemas.openxmlformats.org/officeDocument/2006/relationships/oleObject" Target="../embeddings/oleObject1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7.png"/><Relationship Id="rId5" Type="http://schemas.openxmlformats.org/officeDocument/2006/relationships/image" Target="../media/image5.emf"/><Relationship Id="rId4" Type="http://schemas.openxmlformats.org/officeDocument/2006/relationships/oleObject" Target="../embeddings/oleObject1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6.png"/><Relationship Id="rId5" Type="http://schemas.openxmlformats.org/officeDocument/2006/relationships/image" Target="../media/image5.emf"/><Relationship Id="rId4" Type="http://schemas.openxmlformats.org/officeDocument/2006/relationships/oleObject" Target="../embeddings/oleObject1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5" Type="http://schemas.openxmlformats.org/officeDocument/2006/relationships/image" Target="../media/image5.emf"/><Relationship Id="rId4" Type="http://schemas.openxmlformats.org/officeDocument/2006/relationships/oleObject" Target="../embeddings/oleObject2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blue (vertical logo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2C8AFC2-36E4-52EC-B86B-1DDFCE2421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502921" y="4466513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5E74CAA-EA60-CED8-13BE-2CFDF3D286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02921" y="4277299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Title and Business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CB44A6A6-80D1-A231-5BCE-9159D9EAB6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02921" y="4088085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Author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92513AC-DD08-E431-BEF0-0302DD1975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2920" y="2057400"/>
            <a:ext cx="6035040" cy="120700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265EDB1-2D49-0860-F31E-C48BA83356D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920" y="1764792"/>
            <a:ext cx="6035040" cy="171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2" name="Picture 1" descr="A blue and black logo&#10;&#10;Description automatically generated">
            <a:extLst>
              <a:ext uri="{FF2B5EF4-FFF2-40B4-BE49-F238E27FC236}">
                <a16:creationId xmlns:a16="http://schemas.microsoft.com/office/drawing/2014/main" id="{0454C2E0-1A4D-C3BC-8805-19BA074B45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7277" y="283122"/>
            <a:ext cx="841742" cy="457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048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white (vertical logo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8B67DB58-F737-AC10-CC1C-15DBD6E977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502921" y="4466069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878A8BD4-EC83-5206-5C7B-605BC11D3A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02921" y="4276855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Title and Business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C6B5CCBC-2A7F-98C5-9D8E-0D0149E666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02921" y="4087641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Author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803C9-3B4E-EB3B-6029-7BDE048835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2920" y="2057400"/>
            <a:ext cx="6035040" cy="120700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3200">
                <a:solidFill>
                  <a:srgbClr val="0B5ED7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F43539-EB41-4C14-53EF-2935F6D07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920" y="1764792"/>
            <a:ext cx="603504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0B5ED7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14" name="Picture 13" descr="A blue and black logo&#10;&#10;Description automatically generated">
            <a:extLst>
              <a:ext uri="{FF2B5EF4-FFF2-40B4-BE49-F238E27FC236}">
                <a16:creationId xmlns:a16="http://schemas.microsoft.com/office/drawing/2014/main" id="{84AA1B72-4063-89DB-D076-1E2338DCA05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7277" y="283122"/>
            <a:ext cx="841742" cy="457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61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light blue (vertical logo)">
    <p:bg>
      <p:bgPr>
        <a:solidFill>
          <a:srgbClr val="BD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A8230AB-B9C3-ABB7-8E09-DB40160FB8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502921" y="4466069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337A30B-E80E-D3BE-EC18-C70BD71A60E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02921" y="4276855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Title and Business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9404725-0715-5DAD-58B4-34C44B0565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02921" y="4087641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Author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DEFDCC6-A291-B654-EC74-B2F7A352C2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2920" y="2057400"/>
            <a:ext cx="6035040" cy="120700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3200">
                <a:solidFill>
                  <a:srgbClr val="0B5ED7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63D59C3-AC2B-8821-72FE-690F065F5B0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920" y="1764792"/>
            <a:ext cx="603504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0B5ED7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2" name="Picture 1" descr="A blue and black logo&#10;&#10;Description automatically generated">
            <a:extLst>
              <a:ext uri="{FF2B5EF4-FFF2-40B4-BE49-F238E27FC236}">
                <a16:creationId xmlns:a16="http://schemas.microsoft.com/office/drawing/2014/main" id="{4F4C1511-F04E-7339-FC99-C7CDCAF0384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7277" y="283122"/>
            <a:ext cx="841742" cy="457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4341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blue">
    <p:bg>
      <p:bgPr>
        <a:solidFill>
          <a:srgbClr val="0B5E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BA6EBA-0B6D-29E9-8810-D683D76E52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502921" y="4466513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C1FFB978-6F2E-5049-5D74-33430B16B32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02921" y="4277299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Title and Business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56F195D-D283-0223-500A-2A7F2FFBD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02921" y="4088085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Author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E790E38-98FA-70A9-4EE5-722204681BC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2920" y="2743214"/>
            <a:ext cx="6035040" cy="120700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B3D7AC3-F347-3071-2181-D9C053A942F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2920" y="2426750"/>
            <a:ext cx="603504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14" name="Picture 1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1A35D731-0B11-06EA-0894-958EC48E122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643" y="494551"/>
            <a:ext cx="8162712" cy="1498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941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7312E4E-DC5C-89CF-7901-9D7696F5D2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502921" y="4466069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2FCA5D-44C5-0E96-A4ED-D15CBC06B9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02921" y="4276855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Title and Business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A46E337-3DA0-B0D4-133A-AB8C2FAAE9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02921" y="4087641"/>
            <a:ext cx="429768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Author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436B09D-E480-1E38-A7DC-3421B3A1D26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2920" y="2743200"/>
            <a:ext cx="6050280" cy="120700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3200">
                <a:solidFill>
                  <a:srgbClr val="0B5ED7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EF22C47-0608-FFD6-A0EF-7FC8A20898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2920" y="2423160"/>
            <a:ext cx="603504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0B5ED7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14" name="Picture 1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ACDB9F0-E4A4-8202-89B5-AB6BCF94BD5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643" y="494551"/>
            <a:ext cx="8162712" cy="1498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9167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1/3 logo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B97E9A9-1E1C-4B5E-8AF4-C1C99BF6287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5810408"/>
              </p:ext>
            </p:ext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9" imgH="478" progId="TCLayout.ActiveDocument.1">
                  <p:embed/>
                </p:oleObj>
              </mc:Choice>
              <mc:Fallback>
                <p:oleObj name="think-cell Slide" r:id="rId4" imgW="479" imgH="47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B97E9A9-1E1C-4B5E-8AF4-C1C99BF628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E061105F-C847-40F9-BFC8-77D41F95297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0089C4"/>
          </a:solidFill>
          <a:ln w="25400" cap="flat" cmpd="sng" algn="ctr">
            <a:solidFill>
              <a:srgbClr val="0089C4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0" i="0" baseline="0" dirty="0">
              <a:latin typeface="Calibri Light" panose="020F0302020204030204" pitchFamily="34" charset="0"/>
              <a:ea typeface="+mj-ea"/>
              <a:cs typeface="+mj-cs"/>
              <a:sym typeface="Calibri Light" panose="020F0302020204030204" pitchFamily="34" charset="0"/>
            </a:endParaRP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4A21B94C-7C28-C49E-8A73-7BB8D32C62DC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059936" y="0"/>
            <a:ext cx="5084064" cy="5143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EE367FA-0013-3CCF-0C7D-DDEC90BC56D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502920" y="4463240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823AE83-3E3B-92E1-FB70-9FBDAA6BCC8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02920" y="4275304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Title and Business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8471E571-6560-C923-2D4C-1DA9F62DE1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02920" y="4087368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Author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5D577A7-4438-51B9-1408-E3E654B19A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2920" y="2057401"/>
            <a:ext cx="3108960" cy="132959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418FC48-F21F-8519-D2D8-2885B0BD65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920" y="1764792"/>
            <a:ext cx="310896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2" name="Picture 1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F7BE3BDF-77FD-FD36-ABA6-BBC1A344EE4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900" y="493777"/>
            <a:ext cx="3108960" cy="57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12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v="urn:schemas-microsoft-com:vml" xmlns:a14="http://schemas.microsoft.com/office/drawing/2010/main" xmlns:p15="http://schemas.microsoft.com/office/powerpoint/2012/main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1/3 logo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B97E9A9-1E1C-4B5E-8AF4-C1C99BF6287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16207919"/>
              </p:ext>
            </p:ext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9" imgH="478" progId="TCLayout.ActiveDocument.1">
                  <p:embed/>
                </p:oleObj>
              </mc:Choice>
              <mc:Fallback>
                <p:oleObj name="think-cell Slide" r:id="rId4" imgW="479" imgH="47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B97E9A9-1E1C-4B5E-8AF4-C1C99BF628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E061105F-C847-40F9-BFC8-77D41F95297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0089C4"/>
          </a:solidFill>
          <a:ln w="25400" cap="flat" cmpd="sng" algn="ctr">
            <a:solidFill>
              <a:srgbClr val="0089C4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0" i="0" baseline="0" dirty="0">
              <a:latin typeface="Calibri Light" panose="020F0302020204030204" pitchFamily="34" charset="0"/>
              <a:ea typeface="+mj-ea"/>
              <a:cs typeface="+mj-cs"/>
              <a:sym typeface="Calibri Light" panose="020F0302020204030204" pitchFamily="34" charset="0"/>
            </a:endParaRP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06FA6940-81B4-5F30-47C8-908F58E0B43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059936" y="0"/>
            <a:ext cx="5084064" cy="5143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C9B2CB8-AACA-A98F-4406-A49710FED3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502920" y="4462272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318B85E-CB3F-F750-5606-E0E20DA5ED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02920" y="4274820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Title and Business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DEE87C9-58F0-1BD5-F424-DF9A5B09F0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02920" y="4087368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Author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0305E62-8667-FC12-E707-F92FB39642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2920" y="2057401"/>
            <a:ext cx="3108960" cy="132959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3200">
                <a:solidFill>
                  <a:srgbClr val="0B5ED7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2B8A9A7-64E0-C36E-31F7-BE506AC64AB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920" y="1764792"/>
            <a:ext cx="310896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0B5ED7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16" name="Picture 15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A9543EE3-B6C8-50A7-7410-B4C6D0EE329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900" y="493777"/>
            <a:ext cx="3108960" cy="57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703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v="urn:schemas-microsoft-com:vml" xmlns:a14="http://schemas.microsoft.com/office/drawing/2010/main" xmlns:p15="http://schemas.microsoft.com/office/powerpoint/2012/main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1/3 logo light blue">
    <p:bg>
      <p:bgPr>
        <a:solidFill>
          <a:srgbClr val="BD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B97E9A9-1E1C-4B5E-8AF4-C1C99BF6287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9" imgH="478" progId="TCLayout.ActiveDocument.1">
                  <p:embed/>
                </p:oleObj>
              </mc:Choice>
              <mc:Fallback>
                <p:oleObj name="think-cell Slide" r:id="rId4" imgW="479" imgH="47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B97E9A9-1E1C-4B5E-8AF4-C1C99BF628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E061105F-C847-40F9-BFC8-77D41F95297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0089C4"/>
          </a:solidFill>
          <a:ln w="25400" cap="flat" cmpd="sng" algn="ctr">
            <a:solidFill>
              <a:srgbClr val="0089C4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0" i="0" baseline="0" dirty="0">
              <a:latin typeface="Calibri Light" panose="020F0302020204030204" pitchFamily="34" charset="0"/>
              <a:ea typeface="+mj-ea"/>
              <a:cs typeface="+mj-cs"/>
              <a:sym typeface="Calibri Light" panose="020F0302020204030204" pitchFamily="34" charset="0"/>
            </a:endParaRP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5E12D76E-01D3-07B0-1D56-2358A148957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059936" y="0"/>
            <a:ext cx="5084064" cy="5143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CB24236-CADB-7354-060A-BE0EB20144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502920" y="4462272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909AA42-874F-29D2-A2E8-5F92C25F88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02920" y="4274820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Title and Business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C6E9C10D-3E78-9EB7-56B2-E9F1089398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02920" y="4087368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rgbClr val="0B5ED7"/>
                </a:solidFill>
              </a:defRPr>
            </a:lvl1pPr>
          </a:lstStyle>
          <a:p>
            <a:pPr lvl="0"/>
            <a:r>
              <a:rPr lang="en-US" noProof="0" dirty="0"/>
              <a:t>Author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48CCF44-10C0-C55C-9440-4D098E5BE8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2920" y="2057401"/>
            <a:ext cx="3108960" cy="132959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3200">
                <a:solidFill>
                  <a:srgbClr val="0B5ED7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8224E75-DFDC-5E03-C79D-82F76B43E9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920" y="1764792"/>
            <a:ext cx="310896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0B5ED7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2" name="Picture 1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B9D51D7F-AFCE-8C5D-DC4D-4792772F499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900" y="493777"/>
            <a:ext cx="3108960" cy="57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557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v="urn:schemas-microsoft-com:vml" xmlns:a14="http://schemas.microsoft.com/office/drawing/2010/main" xmlns:p15="http://schemas.microsoft.com/office/powerpoint/2012/main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1/3 logo dark blue">
    <p:bg>
      <p:bgPr>
        <a:solidFill>
          <a:srgbClr val="0012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B97E9A9-1E1C-4B5E-8AF4-C1C99BF6287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39482034"/>
              </p:ext>
            </p:ext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9" imgH="478" progId="TCLayout.ActiveDocument.1">
                  <p:embed/>
                </p:oleObj>
              </mc:Choice>
              <mc:Fallback>
                <p:oleObj name="think-cell Slide" r:id="rId4" imgW="479" imgH="47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B97E9A9-1E1C-4B5E-8AF4-C1C99BF628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E061105F-C847-40F9-BFC8-77D41F95297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0089C4"/>
          </a:solidFill>
          <a:ln w="25400" cap="flat" cmpd="sng" algn="ctr">
            <a:solidFill>
              <a:srgbClr val="0089C4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0" i="0" baseline="0" dirty="0">
              <a:latin typeface="Calibri Light" panose="020F0302020204030204" pitchFamily="34" charset="0"/>
              <a:ea typeface="+mj-ea"/>
              <a:cs typeface="+mj-cs"/>
              <a:sym typeface="Calibri Light" panose="020F0302020204030204" pitchFamily="34" charset="0"/>
            </a:endParaRP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683DEB3E-7F85-179F-44C9-A5EF66E3060C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059936" y="0"/>
            <a:ext cx="5084064" cy="5143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85C7F54A-F913-36F3-2F31-734BCB4E1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502920" y="4462272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Date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F9C8156-A911-51E4-C6BC-A3CEFA732A1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02920" y="4274820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Title and Business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C4D7B7A-CA4A-233C-C20B-00C100B44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502920" y="4087368"/>
            <a:ext cx="3108960" cy="1828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Author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E874D61-3A86-BE22-8DE1-7D0B805C6F1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2920" y="2057401"/>
            <a:ext cx="3108960" cy="132959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1EBC91-9963-A82F-09DB-9FD3761D758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920" y="1764792"/>
            <a:ext cx="310896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12" name="Picture 11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3B491AB6-7AFB-564D-92F4-42298A0191F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900" y="493777"/>
            <a:ext cx="3108960" cy="57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57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v="urn:schemas-microsoft-com:vml" xmlns:a14="http://schemas.microsoft.com/office/drawing/2010/main" xmlns:p15="http://schemas.microsoft.com/office/powerpoint/2012/main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and 1/2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4D4ADBDF-40DC-0727-7500-3CB2AD529793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572000" y="0"/>
            <a:ext cx="4572000" cy="5143500"/>
          </a:xfrm>
          <a:custGeom>
            <a:avLst/>
            <a:gdLst>
              <a:gd name="connsiteX0" fmla="*/ 4290930 w 4572000"/>
              <a:gd name="connsiteY0" fmla="*/ 4918662 h 5143500"/>
              <a:gd name="connsiteX1" fmla="*/ 4290937 w 4572000"/>
              <a:gd name="connsiteY1" fmla="*/ 4918670 h 5143500"/>
              <a:gd name="connsiteX2" fmla="*/ 4290930 w 4572000"/>
              <a:gd name="connsiteY2" fmla="*/ 4918680 h 5143500"/>
              <a:gd name="connsiteX3" fmla="*/ 4185882 w 4572000"/>
              <a:gd name="connsiteY3" fmla="*/ 4908682 h 5143500"/>
              <a:gd name="connsiteX4" fmla="*/ 4211191 w 4572000"/>
              <a:gd name="connsiteY4" fmla="*/ 4931060 h 5143500"/>
              <a:gd name="connsiteX5" fmla="*/ 4185882 w 4572000"/>
              <a:gd name="connsiteY5" fmla="*/ 4955819 h 5143500"/>
              <a:gd name="connsiteX6" fmla="*/ 4180150 w 4572000"/>
              <a:gd name="connsiteY6" fmla="*/ 4955819 h 5143500"/>
              <a:gd name="connsiteX7" fmla="*/ 4180150 w 4572000"/>
              <a:gd name="connsiteY7" fmla="*/ 4908800 h 5143500"/>
              <a:gd name="connsiteX8" fmla="*/ 4185882 w 4572000"/>
              <a:gd name="connsiteY8" fmla="*/ 4908682 h 5143500"/>
              <a:gd name="connsiteX9" fmla="*/ 3737514 w 4572000"/>
              <a:gd name="connsiteY9" fmla="*/ 4908682 h 5143500"/>
              <a:gd name="connsiteX10" fmla="*/ 3762824 w 4572000"/>
              <a:gd name="connsiteY10" fmla="*/ 4931060 h 5143500"/>
              <a:gd name="connsiteX11" fmla="*/ 3737514 w 4572000"/>
              <a:gd name="connsiteY11" fmla="*/ 4955819 h 5143500"/>
              <a:gd name="connsiteX12" fmla="*/ 3731782 w 4572000"/>
              <a:gd name="connsiteY12" fmla="*/ 4955819 h 5143500"/>
              <a:gd name="connsiteX13" fmla="*/ 3731782 w 4572000"/>
              <a:gd name="connsiteY13" fmla="*/ 4908800 h 5143500"/>
              <a:gd name="connsiteX14" fmla="*/ 3737514 w 4572000"/>
              <a:gd name="connsiteY14" fmla="*/ 4908682 h 5143500"/>
              <a:gd name="connsiteX15" fmla="*/ 4084176 w 4572000"/>
              <a:gd name="connsiteY15" fmla="*/ 4889642 h 5143500"/>
              <a:gd name="connsiteX16" fmla="*/ 4084176 w 4572000"/>
              <a:gd name="connsiteY16" fmla="*/ 5003422 h 5143500"/>
              <a:gd name="connsiteX17" fmla="*/ 4119036 w 4572000"/>
              <a:gd name="connsiteY17" fmla="*/ 5003422 h 5143500"/>
              <a:gd name="connsiteX18" fmla="*/ 4119036 w 4572000"/>
              <a:gd name="connsiteY18" fmla="*/ 4889642 h 5143500"/>
              <a:gd name="connsiteX19" fmla="*/ 4003476 w 4572000"/>
              <a:gd name="connsiteY19" fmla="*/ 4889642 h 5143500"/>
              <a:gd name="connsiteX20" fmla="*/ 4003476 w 4572000"/>
              <a:gd name="connsiteY20" fmla="*/ 5003422 h 5143500"/>
              <a:gd name="connsiteX21" fmla="*/ 4066503 w 4572000"/>
              <a:gd name="connsiteY21" fmla="*/ 5003422 h 5143500"/>
              <a:gd name="connsiteX22" fmla="*/ 4071759 w 4572000"/>
              <a:gd name="connsiteY22" fmla="*/ 4980570 h 5143500"/>
              <a:gd name="connsiteX23" fmla="*/ 4038337 w 4572000"/>
              <a:gd name="connsiteY23" fmla="*/ 4980570 h 5143500"/>
              <a:gd name="connsiteX24" fmla="*/ 4038337 w 4572000"/>
              <a:gd name="connsiteY24" fmla="*/ 4889642 h 5143500"/>
              <a:gd name="connsiteX25" fmla="*/ 3942839 w 4572000"/>
              <a:gd name="connsiteY25" fmla="*/ 4889642 h 5143500"/>
              <a:gd name="connsiteX26" fmla="*/ 3942839 w 4572000"/>
              <a:gd name="connsiteY26" fmla="*/ 5003422 h 5143500"/>
              <a:gd name="connsiteX27" fmla="*/ 3977700 w 4572000"/>
              <a:gd name="connsiteY27" fmla="*/ 5003422 h 5143500"/>
              <a:gd name="connsiteX28" fmla="*/ 3977700 w 4572000"/>
              <a:gd name="connsiteY28" fmla="*/ 4889642 h 5143500"/>
              <a:gd name="connsiteX29" fmla="*/ 3811044 w 4572000"/>
              <a:gd name="connsiteY29" fmla="*/ 4889642 h 5143500"/>
              <a:gd name="connsiteX30" fmla="*/ 3811044 w 4572000"/>
              <a:gd name="connsiteY30" fmla="*/ 5003422 h 5143500"/>
              <a:gd name="connsiteX31" fmla="*/ 3845905 w 4572000"/>
              <a:gd name="connsiteY31" fmla="*/ 5003422 h 5143500"/>
              <a:gd name="connsiteX32" fmla="*/ 3845905 w 4572000"/>
              <a:gd name="connsiteY32" fmla="*/ 4958675 h 5143500"/>
              <a:gd name="connsiteX33" fmla="*/ 3882193 w 4572000"/>
              <a:gd name="connsiteY33" fmla="*/ 4958675 h 5143500"/>
              <a:gd name="connsiteX34" fmla="*/ 3882193 w 4572000"/>
              <a:gd name="connsiteY34" fmla="*/ 5003422 h 5143500"/>
              <a:gd name="connsiteX35" fmla="*/ 3917054 w 4572000"/>
              <a:gd name="connsiteY35" fmla="*/ 5003422 h 5143500"/>
              <a:gd name="connsiteX36" fmla="*/ 3917054 w 4572000"/>
              <a:gd name="connsiteY36" fmla="*/ 4889642 h 5143500"/>
              <a:gd name="connsiteX37" fmla="*/ 3882193 w 4572000"/>
              <a:gd name="connsiteY37" fmla="*/ 4889642 h 5143500"/>
              <a:gd name="connsiteX38" fmla="*/ 3882193 w 4572000"/>
              <a:gd name="connsiteY38" fmla="*/ 4934873 h 5143500"/>
              <a:gd name="connsiteX39" fmla="*/ 3845905 w 4572000"/>
              <a:gd name="connsiteY39" fmla="*/ 4934873 h 5143500"/>
              <a:gd name="connsiteX40" fmla="*/ 3845905 w 4572000"/>
              <a:gd name="connsiteY40" fmla="*/ 4889642 h 5143500"/>
              <a:gd name="connsiteX41" fmla="*/ 4187786 w 4572000"/>
              <a:gd name="connsiteY41" fmla="*/ 4887261 h 5143500"/>
              <a:gd name="connsiteX42" fmla="*/ 4145289 w 4572000"/>
              <a:gd name="connsiteY42" fmla="*/ 4889642 h 5143500"/>
              <a:gd name="connsiteX43" fmla="*/ 4145289 w 4572000"/>
              <a:gd name="connsiteY43" fmla="*/ 5003422 h 5143500"/>
              <a:gd name="connsiteX44" fmla="*/ 4180150 w 4572000"/>
              <a:gd name="connsiteY44" fmla="*/ 5003422 h 5143500"/>
              <a:gd name="connsiteX45" fmla="*/ 4180150 w 4572000"/>
              <a:gd name="connsiteY45" fmla="*/ 4976282 h 5143500"/>
              <a:gd name="connsiteX46" fmla="*/ 4192566 w 4572000"/>
              <a:gd name="connsiteY46" fmla="*/ 4976282 h 5143500"/>
              <a:gd name="connsiteX47" fmla="*/ 4192566 w 4572000"/>
              <a:gd name="connsiteY47" fmla="*/ 4976291 h 5143500"/>
              <a:gd name="connsiteX48" fmla="*/ 4245567 w 4572000"/>
              <a:gd name="connsiteY48" fmla="*/ 4930586 h 5143500"/>
              <a:gd name="connsiteX49" fmla="*/ 4187786 w 4572000"/>
              <a:gd name="connsiteY49" fmla="*/ 4887261 h 5143500"/>
              <a:gd name="connsiteX50" fmla="*/ 3739428 w 4572000"/>
              <a:gd name="connsiteY50" fmla="*/ 4887261 h 5143500"/>
              <a:gd name="connsiteX51" fmla="*/ 3696931 w 4572000"/>
              <a:gd name="connsiteY51" fmla="*/ 4889642 h 5143500"/>
              <a:gd name="connsiteX52" fmla="*/ 3696931 w 4572000"/>
              <a:gd name="connsiteY52" fmla="*/ 5003422 h 5143500"/>
              <a:gd name="connsiteX53" fmla="*/ 3731791 w 4572000"/>
              <a:gd name="connsiteY53" fmla="*/ 5003422 h 5143500"/>
              <a:gd name="connsiteX54" fmla="*/ 3731791 w 4572000"/>
              <a:gd name="connsiteY54" fmla="*/ 4976282 h 5143500"/>
              <a:gd name="connsiteX55" fmla="*/ 3744208 w 4572000"/>
              <a:gd name="connsiteY55" fmla="*/ 4976282 h 5143500"/>
              <a:gd name="connsiteX56" fmla="*/ 3744199 w 4572000"/>
              <a:gd name="connsiteY56" fmla="*/ 4976291 h 5143500"/>
              <a:gd name="connsiteX57" fmla="*/ 3797199 w 4572000"/>
              <a:gd name="connsiteY57" fmla="*/ 4930586 h 5143500"/>
              <a:gd name="connsiteX58" fmla="*/ 3739428 w 4572000"/>
              <a:gd name="connsiteY58" fmla="*/ 4887261 h 5143500"/>
              <a:gd name="connsiteX59" fmla="*/ 4303337 w 4572000"/>
              <a:gd name="connsiteY59" fmla="*/ 4887252 h 5143500"/>
              <a:gd name="connsiteX60" fmla="*/ 4256069 w 4572000"/>
              <a:gd name="connsiteY60" fmla="*/ 4921527 h 5143500"/>
              <a:gd name="connsiteX61" fmla="*/ 4310507 w 4572000"/>
              <a:gd name="connsiteY61" fmla="*/ 4971994 h 5143500"/>
              <a:gd name="connsiteX62" fmla="*/ 4292367 w 4572000"/>
              <a:gd name="connsiteY62" fmla="*/ 4982942 h 5143500"/>
              <a:gd name="connsiteX63" fmla="*/ 4252736 w 4572000"/>
              <a:gd name="connsiteY63" fmla="*/ 4973892 h 5143500"/>
              <a:gd name="connsiteX64" fmla="*/ 4256555 w 4572000"/>
              <a:gd name="connsiteY64" fmla="*/ 5000074 h 5143500"/>
              <a:gd name="connsiteX65" fmla="*/ 4292844 w 4572000"/>
              <a:gd name="connsiteY65" fmla="*/ 5005785 h 5143500"/>
              <a:gd name="connsiteX66" fmla="*/ 4345844 w 4572000"/>
              <a:gd name="connsiteY66" fmla="*/ 4967697 h 5143500"/>
              <a:gd name="connsiteX67" fmla="*/ 4299510 w 4572000"/>
              <a:gd name="connsiteY67" fmla="*/ 4928600 h 5143500"/>
              <a:gd name="connsiteX68" fmla="*/ 4290937 w 4572000"/>
              <a:gd name="connsiteY68" fmla="*/ 4918670 h 5143500"/>
              <a:gd name="connsiteX69" fmla="*/ 4295287 w 4572000"/>
              <a:gd name="connsiteY69" fmla="*/ 4911836 h 5143500"/>
              <a:gd name="connsiteX70" fmla="*/ 4307165 w 4572000"/>
              <a:gd name="connsiteY70" fmla="*/ 4909630 h 5143500"/>
              <a:gd name="connsiteX71" fmla="*/ 4338198 w 4572000"/>
              <a:gd name="connsiteY71" fmla="*/ 4915341 h 5143500"/>
              <a:gd name="connsiteX72" fmla="*/ 4335332 w 4572000"/>
              <a:gd name="connsiteY72" fmla="*/ 4890582 h 5143500"/>
              <a:gd name="connsiteX73" fmla="*/ 4303337 w 4572000"/>
              <a:gd name="connsiteY73" fmla="*/ 4887252 h 5143500"/>
              <a:gd name="connsiteX74" fmla="*/ 0 w 4572000"/>
              <a:gd name="connsiteY74" fmla="*/ 0 h 5143500"/>
              <a:gd name="connsiteX75" fmla="*/ 4572000 w 4572000"/>
              <a:gd name="connsiteY75" fmla="*/ 0 h 5143500"/>
              <a:gd name="connsiteX76" fmla="*/ 4572000 w 4572000"/>
              <a:gd name="connsiteY76" fmla="*/ 5143500 h 5143500"/>
              <a:gd name="connsiteX77" fmla="*/ 0 w 4572000"/>
              <a:gd name="connsiteY77" fmla="*/ 514350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4572000" h="5143500">
                <a:moveTo>
                  <a:pt x="4290930" y="4918662"/>
                </a:moveTo>
                <a:lnTo>
                  <a:pt x="4290937" y="4918670"/>
                </a:lnTo>
                <a:lnTo>
                  <a:pt x="4290930" y="4918680"/>
                </a:lnTo>
                <a:close/>
                <a:moveTo>
                  <a:pt x="4185882" y="4908682"/>
                </a:moveTo>
                <a:cubicBezTo>
                  <a:pt x="4203069" y="4908682"/>
                  <a:pt x="4211191" y="4916774"/>
                  <a:pt x="4211191" y="4931060"/>
                </a:cubicBezTo>
                <a:cubicBezTo>
                  <a:pt x="4211191" y="4945821"/>
                  <a:pt x="4204031" y="4955819"/>
                  <a:pt x="4185882" y="4955819"/>
                </a:cubicBezTo>
                <a:lnTo>
                  <a:pt x="4180150" y="4955819"/>
                </a:lnTo>
                <a:lnTo>
                  <a:pt x="4180150" y="4908800"/>
                </a:lnTo>
                <a:cubicBezTo>
                  <a:pt x="4182173" y="4908682"/>
                  <a:pt x="4184087" y="4908682"/>
                  <a:pt x="4185882" y="4908682"/>
                </a:cubicBezTo>
                <a:close/>
                <a:moveTo>
                  <a:pt x="3737514" y="4908682"/>
                </a:moveTo>
                <a:cubicBezTo>
                  <a:pt x="3754702" y="4908682"/>
                  <a:pt x="3762824" y="4916774"/>
                  <a:pt x="3762824" y="4931060"/>
                </a:cubicBezTo>
                <a:cubicBezTo>
                  <a:pt x="3762824" y="4945821"/>
                  <a:pt x="3755663" y="4955819"/>
                  <a:pt x="3737514" y="4955819"/>
                </a:cubicBezTo>
                <a:lnTo>
                  <a:pt x="3731782" y="4955819"/>
                </a:lnTo>
                <a:lnTo>
                  <a:pt x="3731782" y="4908800"/>
                </a:lnTo>
                <a:cubicBezTo>
                  <a:pt x="3733815" y="4908682"/>
                  <a:pt x="3735720" y="4908682"/>
                  <a:pt x="3737514" y="4908682"/>
                </a:cubicBezTo>
                <a:close/>
                <a:moveTo>
                  <a:pt x="4084176" y="4889642"/>
                </a:moveTo>
                <a:lnTo>
                  <a:pt x="4084176" y="5003422"/>
                </a:lnTo>
                <a:lnTo>
                  <a:pt x="4119036" y="5003422"/>
                </a:lnTo>
                <a:lnTo>
                  <a:pt x="4119036" y="4889642"/>
                </a:lnTo>
                <a:close/>
                <a:moveTo>
                  <a:pt x="4003476" y="4889642"/>
                </a:moveTo>
                <a:lnTo>
                  <a:pt x="4003476" y="5003422"/>
                </a:lnTo>
                <a:lnTo>
                  <a:pt x="4066503" y="5003422"/>
                </a:lnTo>
                <a:lnTo>
                  <a:pt x="4071759" y="4980570"/>
                </a:lnTo>
                <a:lnTo>
                  <a:pt x="4038337" y="4980570"/>
                </a:lnTo>
                <a:lnTo>
                  <a:pt x="4038337" y="4889642"/>
                </a:lnTo>
                <a:close/>
                <a:moveTo>
                  <a:pt x="3942839" y="4889642"/>
                </a:moveTo>
                <a:lnTo>
                  <a:pt x="3942839" y="5003422"/>
                </a:lnTo>
                <a:lnTo>
                  <a:pt x="3977700" y="5003422"/>
                </a:lnTo>
                <a:lnTo>
                  <a:pt x="3977700" y="4889642"/>
                </a:lnTo>
                <a:close/>
                <a:moveTo>
                  <a:pt x="3811044" y="4889642"/>
                </a:moveTo>
                <a:lnTo>
                  <a:pt x="3811044" y="5003422"/>
                </a:lnTo>
                <a:lnTo>
                  <a:pt x="3845905" y="5003422"/>
                </a:lnTo>
                <a:lnTo>
                  <a:pt x="3845905" y="4958675"/>
                </a:lnTo>
                <a:lnTo>
                  <a:pt x="3882193" y="4958675"/>
                </a:lnTo>
                <a:lnTo>
                  <a:pt x="3882193" y="5003422"/>
                </a:lnTo>
                <a:lnTo>
                  <a:pt x="3917054" y="5003422"/>
                </a:lnTo>
                <a:lnTo>
                  <a:pt x="3917054" y="4889642"/>
                </a:lnTo>
                <a:lnTo>
                  <a:pt x="3882193" y="4889642"/>
                </a:lnTo>
                <a:lnTo>
                  <a:pt x="3882193" y="4934873"/>
                </a:lnTo>
                <a:lnTo>
                  <a:pt x="3845905" y="4934873"/>
                </a:lnTo>
                <a:lnTo>
                  <a:pt x="3845905" y="4889642"/>
                </a:lnTo>
                <a:close/>
                <a:moveTo>
                  <a:pt x="4187786" y="4887261"/>
                </a:moveTo>
                <a:cubicBezTo>
                  <a:pt x="4173941" y="4887261"/>
                  <a:pt x="4157230" y="4888210"/>
                  <a:pt x="4145289" y="4889642"/>
                </a:cubicBezTo>
                <a:lnTo>
                  <a:pt x="4145289" y="5003422"/>
                </a:lnTo>
                <a:lnTo>
                  <a:pt x="4180150" y="5003422"/>
                </a:lnTo>
                <a:lnTo>
                  <a:pt x="4180150" y="4976282"/>
                </a:lnTo>
                <a:lnTo>
                  <a:pt x="4192566" y="4976282"/>
                </a:lnTo>
                <a:lnTo>
                  <a:pt x="4192566" y="4976291"/>
                </a:lnTo>
                <a:cubicBezTo>
                  <a:pt x="4225037" y="4976291"/>
                  <a:pt x="4245567" y="4959633"/>
                  <a:pt x="4245567" y="4930586"/>
                </a:cubicBezTo>
                <a:cubicBezTo>
                  <a:pt x="4245567" y="4898692"/>
                  <a:pt x="4223599" y="4887261"/>
                  <a:pt x="4187786" y="4887261"/>
                </a:cubicBezTo>
                <a:close/>
                <a:moveTo>
                  <a:pt x="3739428" y="4887261"/>
                </a:moveTo>
                <a:cubicBezTo>
                  <a:pt x="3725583" y="4887261"/>
                  <a:pt x="3708872" y="4888210"/>
                  <a:pt x="3696931" y="4889642"/>
                </a:cubicBezTo>
                <a:lnTo>
                  <a:pt x="3696931" y="5003422"/>
                </a:lnTo>
                <a:lnTo>
                  <a:pt x="3731791" y="5003422"/>
                </a:lnTo>
                <a:lnTo>
                  <a:pt x="3731791" y="4976282"/>
                </a:lnTo>
                <a:lnTo>
                  <a:pt x="3744208" y="4976282"/>
                </a:lnTo>
                <a:lnTo>
                  <a:pt x="3744199" y="4976291"/>
                </a:lnTo>
                <a:cubicBezTo>
                  <a:pt x="3776669" y="4976291"/>
                  <a:pt x="3797199" y="4959633"/>
                  <a:pt x="3797199" y="4930586"/>
                </a:cubicBezTo>
                <a:cubicBezTo>
                  <a:pt x="3797208" y="4898683"/>
                  <a:pt x="3775241" y="4887261"/>
                  <a:pt x="3739428" y="4887261"/>
                </a:cubicBezTo>
                <a:close/>
                <a:moveTo>
                  <a:pt x="4303337" y="4887252"/>
                </a:moveTo>
                <a:cubicBezTo>
                  <a:pt x="4275162" y="4887252"/>
                  <a:pt x="4256069" y="4898318"/>
                  <a:pt x="4256069" y="4921527"/>
                </a:cubicBezTo>
                <a:cubicBezTo>
                  <a:pt x="4256069" y="4961521"/>
                  <a:pt x="4310507" y="4953429"/>
                  <a:pt x="4310507" y="4971994"/>
                </a:cubicBezTo>
                <a:cubicBezTo>
                  <a:pt x="4310507" y="4979137"/>
                  <a:pt x="4305251" y="4982942"/>
                  <a:pt x="4292367" y="4982942"/>
                </a:cubicBezTo>
                <a:cubicBezTo>
                  <a:pt x="4280903" y="4982942"/>
                  <a:pt x="4263239" y="4979137"/>
                  <a:pt x="4252736" y="4973892"/>
                </a:cubicBezTo>
                <a:lnTo>
                  <a:pt x="4256555" y="5000074"/>
                </a:lnTo>
                <a:cubicBezTo>
                  <a:pt x="4267058" y="5003888"/>
                  <a:pt x="4281388" y="5005785"/>
                  <a:pt x="4292844" y="5005785"/>
                </a:cubicBezTo>
                <a:cubicBezTo>
                  <a:pt x="4321972" y="5005785"/>
                  <a:pt x="4345844" y="4996261"/>
                  <a:pt x="4345844" y="4967697"/>
                </a:cubicBezTo>
                <a:cubicBezTo>
                  <a:pt x="4345844" y="4939131"/>
                  <a:pt x="4314955" y="4936008"/>
                  <a:pt x="4299510" y="4928600"/>
                </a:cubicBezTo>
                <a:lnTo>
                  <a:pt x="4290937" y="4918670"/>
                </a:lnTo>
                <a:lnTo>
                  <a:pt x="4295287" y="4911836"/>
                </a:lnTo>
                <a:cubicBezTo>
                  <a:pt x="4298093" y="4910346"/>
                  <a:pt x="4302152" y="4909630"/>
                  <a:pt x="4307165" y="4909630"/>
                </a:cubicBezTo>
                <a:cubicBezTo>
                  <a:pt x="4318144" y="4909630"/>
                  <a:pt x="4330085" y="4912011"/>
                  <a:pt x="4338198" y="4915341"/>
                </a:cubicBezTo>
                <a:lnTo>
                  <a:pt x="4335332" y="4890582"/>
                </a:lnTo>
                <a:cubicBezTo>
                  <a:pt x="4326257" y="4888675"/>
                  <a:pt x="4318144" y="4887252"/>
                  <a:pt x="4303337" y="4887252"/>
                </a:cubicBezTo>
                <a:close/>
                <a:moveTo>
                  <a:pt x="0" y="0"/>
                </a:moveTo>
                <a:lnTo>
                  <a:pt x="4572000" y="0"/>
                </a:lnTo>
                <a:lnTo>
                  <a:pt x="4572000" y="5143500"/>
                </a:lnTo>
                <a:lnTo>
                  <a:pt x="0" y="51435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  <p:sp>
        <p:nvSpPr>
          <p:cNvPr id="6" name="Footer Placeholder 11">
            <a:extLst>
              <a:ext uri="{FF2B5EF4-FFF2-40B4-BE49-F238E27FC236}">
                <a16:creationId xmlns:a16="http://schemas.microsoft.com/office/drawing/2014/main" id="{876D54D5-622D-C8E4-CD5C-2D01FEA4B5B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502919" y="4928616"/>
            <a:ext cx="36576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Slide Number Placeholder 12">
            <a:extLst>
              <a:ext uri="{FF2B5EF4-FFF2-40B4-BE49-F238E27FC236}">
                <a16:creationId xmlns:a16="http://schemas.microsoft.com/office/drawing/2014/main" id="{0431AD5C-8671-9AFE-04DD-0F34103D9F11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EABECB-BF56-1EC1-700B-6EE80491A78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02104" y="1839282"/>
            <a:ext cx="3657280" cy="2856543"/>
          </a:xfrm>
        </p:spPr>
        <p:txBody>
          <a:bodyPr/>
          <a:lstStyle>
            <a:lvl1pPr>
              <a:spcAft>
                <a:spcPts val="600"/>
              </a:spcAft>
              <a:buClr>
                <a:schemeClr val="bg1"/>
              </a:buClr>
              <a:buSzPct val="75000"/>
              <a:defRPr>
                <a:solidFill>
                  <a:schemeClr val="bg1"/>
                </a:solidFill>
              </a:defRPr>
            </a:lvl1pPr>
            <a:lvl2pPr>
              <a:spcAft>
                <a:spcPts val="600"/>
              </a:spcAft>
              <a:buClr>
                <a:schemeClr val="bg1"/>
              </a:buClr>
              <a:buSzPct val="75000"/>
              <a:defRPr>
                <a:solidFill>
                  <a:schemeClr val="bg1"/>
                </a:solidFill>
              </a:defRPr>
            </a:lvl2pPr>
            <a:lvl3pPr>
              <a:spcAft>
                <a:spcPts val="600"/>
              </a:spcAft>
              <a:buClr>
                <a:schemeClr val="bg1"/>
              </a:buClr>
              <a:buSzPct val="75000"/>
              <a:defRPr>
                <a:solidFill>
                  <a:schemeClr val="bg1"/>
                </a:solidFill>
              </a:defRPr>
            </a:lvl3pPr>
            <a:lvl4pPr>
              <a:spcAft>
                <a:spcPts val="600"/>
              </a:spcAft>
              <a:buClr>
                <a:schemeClr val="bg1"/>
              </a:buClr>
              <a:buSzPct val="75000"/>
              <a:defRPr>
                <a:solidFill>
                  <a:schemeClr val="bg1"/>
                </a:solidFill>
              </a:defRPr>
            </a:lvl4pPr>
            <a:lvl5pPr>
              <a:spcAft>
                <a:spcPts val="600"/>
              </a:spcAft>
              <a:buClr>
                <a:schemeClr val="bg1"/>
              </a:buClr>
              <a:buSzPct val="75000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List item</a:t>
            </a:r>
          </a:p>
          <a:p>
            <a:pPr lvl="1"/>
            <a:r>
              <a:rPr lang="en-US" dirty="0"/>
              <a:t>List item</a:t>
            </a:r>
          </a:p>
          <a:p>
            <a:pPr lvl="2"/>
            <a:r>
              <a:rPr lang="en-US" dirty="0"/>
              <a:t>List item</a:t>
            </a:r>
          </a:p>
          <a:p>
            <a:pPr lvl="3"/>
            <a:r>
              <a:rPr lang="en-US" dirty="0"/>
              <a:t>List item</a:t>
            </a:r>
          </a:p>
          <a:p>
            <a:pPr lvl="4"/>
            <a:r>
              <a:rPr lang="en-US" dirty="0"/>
              <a:t>List item</a:t>
            </a:r>
          </a:p>
        </p:txBody>
      </p:sp>
      <p:sp>
        <p:nvSpPr>
          <p:cNvPr id="11" name="Title 5">
            <a:extLst>
              <a:ext uri="{FF2B5EF4-FFF2-40B4-BE49-F238E27FC236}">
                <a16:creationId xmlns:a16="http://schemas.microsoft.com/office/drawing/2014/main" id="{55C4CE81-E728-AD2F-72F4-655C91D574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8" y="974520"/>
            <a:ext cx="3657281" cy="719137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BDF0FF"/>
                </a:solidFill>
              </a:defRPr>
            </a:lvl1pPr>
          </a:lstStyle>
          <a:p>
            <a:r>
              <a:rPr lang="en-US" dirty="0"/>
              <a:t>Type your headline here </a:t>
            </a:r>
            <a:br>
              <a:rPr lang="en-US" dirty="0"/>
            </a:br>
            <a:r>
              <a:rPr lang="en-US" dirty="0"/>
              <a:t>(ex: Agenda)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716CC379-2329-348A-A0BB-BF2305A004E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02104" y="613446"/>
            <a:ext cx="2240280" cy="2154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rgbClr val="BDF0FF"/>
                </a:solidFill>
              </a:defRPr>
            </a:lvl1pPr>
            <a:lvl2pPr marL="182876" indent="0">
              <a:buNone/>
              <a:defRPr sz="1400" b="1">
                <a:solidFill>
                  <a:schemeClr val="bg2"/>
                </a:solidFill>
              </a:defRPr>
            </a:lvl2pPr>
            <a:lvl3pPr marL="321810" indent="0">
              <a:buNone/>
              <a:defRPr sz="1400" b="1">
                <a:solidFill>
                  <a:schemeClr val="bg2"/>
                </a:solidFill>
              </a:defRPr>
            </a:lvl3pPr>
            <a:lvl4pPr marL="457189" indent="0">
              <a:buNone/>
              <a:defRPr sz="1400" b="1">
                <a:solidFill>
                  <a:schemeClr val="bg2"/>
                </a:solidFill>
              </a:defRPr>
            </a:lvl4pPr>
            <a:lvl5pPr marL="593709" indent="0">
              <a:buNone/>
              <a:defRPr sz="1400"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Date</a:t>
            </a:r>
            <a:endParaRPr lang="en-GB" dirty="0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A88A61FA-8506-8BDE-75B7-56CF2CF1A59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02104" y="373904"/>
            <a:ext cx="2240280" cy="2154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rgbClr val="BDF0FF"/>
                </a:solidFill>
              </a:defRPr>
            </a:lvl1pPr>
            <a:lvl2pPr marL="182876" indent="0">
              <a:buNone/>
              <a:defRPr sz="1400" b="1">
                <a:solidFill>
                  <a:schemeClr val="bg2"/>
                </a:solidFill>
              </a:defRPr>
            </a:lvl2pPr>
            <a:lvl3pPr marL="321810" indent="0">
              <a:buNone/>
              <a:defRPr sz="1400" b="1">
                <a:solidFill>
                  <a:schemeClr val="bg2"/>
                </a:solidFill>
              </a:defRPr>
            </a:lvl3pPr>
            <a:lvl4pPr marL="457189" indent="0">
              <a:buNone/>
              <a:defRPr sz="1400" b="1">
                <a:solidFill>
                  <a:schemeClr val="bg2"/>
                </a:solidFill>
              </a:defRPr>
            </a:lvl4pPr>
            <a:lvl5pPr marL="593709" indent="0">
              <a:buNone/>
              <a:defRPr sz="1400"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Meeting/Event name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5737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lue (with image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D78E995-A1DD-8545-84F0-DC4CDC5BD5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319125" y="4928616"/>
            <a:ext cx="1620000" cy="9144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 lvl="0">
              <a:defRPr sz="600" b="0" i="0">
                <a:cs typeface="Calibri Light" panose="020F0302020204030204" pitchFamily="34" charset="0"/>
              </a:defRPr>
            </a:lvl1pPr>
            <a:lvl2pPr marL="457140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78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17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55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69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834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97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11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 dirty="0">
                <a:solidFill>
                  <a:schemeClr val="bg1"/>
                </a:solidFill>
                <a:latin typeface="+mj-lt"/>
              </a:rPr>
              <a:t>© 2024 Koninklijke Philips N.V. All rights reserved.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8B1C466-D200-4DC7-D0E2-B4A614BA5B2B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5074920" y="4928616"/>
            <a:ext cx="9144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F4F6A7D-29A9-865E-B1B3-84E34AE31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74920" y="2212851"/>
            <a:ext cx="3179496" cy="719137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300"/>
              </a:spcAft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Philips blue divider, </a:t>
            </a:r>
            <a:br>
              <a:rPr lang="en-US" dirty="0"/>
            </a:br>
            <a:r>
              <a:rPr lang="en-US" dirty="0"/>
              <a:t>half photo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6CB73A-A9B6-13DF-87F7-3E10FF24BEDD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87F682B3-AF4A-91C9-4759-8E607A1666A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37A77D-5A68-FA54-71E2-62A93FDC6A7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8931" y="4887110"/>
            <a:ext cx="649224" cy="11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466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white (with imag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E2DADD8-E1E5-2BC7-F70F-856D65BF749E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5074920" y="4928616"/>
            <a:ext cx="914400" cy="9144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41BE682-E648-A30F-488B-DAEEA0E0CB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74920" y="2212851"/>
            <a:ext cx="3179496" cy="719137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300"/>
              </a:spcAft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White divider, </a:t>
            </a:r>
            <a:br>
              <a:rPr lang="en-US" dirty="0"/>
            </a:br>
            <a:r>
              <a:rPr lang="en-US" dirty="0"/>
              <a:t>half photo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6B0B-2942-5B4C-DCB9-34A15D547F62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/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9EFBEDBE-C1AF-5843-C168-0AC571738EFE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</p:spTree>
    <p:extLst>
      <p:ext uri="{BB962C8B-B14F-4D97-AF65-F5344CB8AC3E}">
        <p14:creationId xmlns:p14="http://schemas.microsoft.com/office/powerpoint/2010/main" val="404327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light blue (with image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2">
            <a:extLst>
              <a:ext uri="{FF2B5EF4-FFF2-40B4-BE49-F238E27FC236}">
                <a16:creationId xmlns:a16="http://schemas.microsoft.com/office/drawing/2014/main" id="{A879EF11-C66F-25CE-5EFB-6055ED7EC2F4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5074920" y="4928616"/>
            <a:ext cx="9144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3DAD8C3-A9EB-9986-F97F-413372422A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74920" y="2212851"/>
            <a:ext cx="3179496" cy="719137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300"/>
              </a:spcAft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Light blue divider, </a:t>
            </a:r>
            <a:br>
              <a:rPr lang="en-US" dirty="0"/>
            </a:br>
            <a:r>
              <a:rPr lang="en-US" dirty="0"/>
              <a:t>half photo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C264C-A8C8-C508-F1B9-3B467123058B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/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7BE110ED-2D7D-D774-0B80-3F90D3F4E9A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</p:spTree>
    <p:extLst>
      <p:ext uri="{BB962C8B-B14F-4D97-AF65-F5344CB8AC3E}">
        <p14:creationId xmlns:p14="http://schemas.microsoft.com/office/powerpoint/2010/main" val="3449367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dark blue (with imag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483C4F6-50E7-6E1E-D4D2-96582662F31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319125" y="4928616"/>
            <a:ext cx="1620000" cy="9144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 lvl="0">
              <a:defRPr sz="600" b="0" i="0">
                <a:cs typeface="Calibri Light" panose="020F0302020204030204" pitchFamily="34" charset="0"/>
              </a:defRPr>
            </a:lvl1pPr>
            <a:lvl2pPr marL="457140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78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17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55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69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834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97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11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 dirty="0">
                <a:solidFill>
                  <a:schemeClr val="bg1"/>
                </a:solidFill>
                <a:latin typeface="+mj-lt"/>
              </a:rPr>
              <a:t>© 2024 Koninklijke Philips N.V. All rights reserved.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6C58F87-A9BA-2FA1-B97C-0698020B5152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5074920" y="4928616"/>
            <a:ext cx="9144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72425AB-1C29-0373-FC31-D4FB7C7122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73431" y="2212183"/>
            <a:ext cx="3179496" cy="719137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300"/>
              </a:spcAft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Dark blue divider, </a:t>
            </a:r>
            <a:br>
              <a:rPr lang="en-US" dirty="0"/>
            </a:br>
            <a:r>
              <a:rPr lang="en-US" dirty="0"/>
              <a:t>half photo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8B69E-8B5D-DA78-AE44-FB6C6BDE89EB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1BEA3FF-6101-A89B-8F65-C421806231BA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E3089D-E461-0C57-2084-1F72CD158BF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8931" y="4887110"/>
            <a:ext cx="649224" cy="11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352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0F0D7CB1-AD3C-2852-787D-8D22425C381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319125" y="4928616"/>
            <a:ext cx="1620000" cy="9144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 lvl="0">
              <a:defRPr sz="600" b="0" i="0">
                <a:cs typeface="Calibri Light" panose="020F0302020204030204" pitchFamily="34" charset="0"/>
              </a:defRPr>
            </a:lvl1pPr>
            <a:lvl2pPr marL="457140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78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17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55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69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834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97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11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 dirty="0">
                <a:solidFill>
                  <a:schemeClr val="bg1"/>
                </a:solidFill>
                <a:latin typeface="+mj-lt"/>
              </a:rPr>
              <a:t>© 2024 Koninklijke Philips N.V. All rights reserved.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0ADC6353-6048-E03A-3D77-9D075ACD8B7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C52B2FB9-5F5F-3AD4-6FA3-4B103FDE22E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16469C53-2653-5C06-7E2F-CD7D6BC91B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18" y="1648421"/>
            <a:ext cx="8138161" cy="184665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Philips blue divider</a:t>
            </a:r>
            <a:endParaRPr lang="en-GB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609342E-45EF-3B14-6398-69B80ECAAF0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2920" y="376239"/>
            <a:ext cx="406908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BDF0FF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385F6C-EE6D-ED6D-18D0-4DE79C3908D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8931" y="4887110"/>
            <a:ext cx="649224" cy="11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310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5C5660C-87D6-8991-CE76-9D054AAB9A5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D63F8B-8A74-0E87-A158-F18F0F9C68A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/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770153C2-9411-C295-333A-E234FF87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19" y="1648421"/>
            <a:ext cx="8138160" cy="184665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>
              <a:defRPr sz="3600">
                <a:solidFill>
                  <a:srgbClr val="00126E"/>
                </a:solidFill>
              </a:defRPr>
            </a:lvl1pPr>
          </a:lstStyle>
          <a:p>
            <a:r>
              <a:rPr lang="en-US" dirty="0"/>
              <a:t>White divider</a:t>
            </a:r>
            <a:endParaRPr lang="en-GB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C5F79E5-E3CC-0F06-D2F0-AB9CC0AE2CF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2920" y="376239"/>
            <a:ext cx="406908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0B5ED7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</p:spTree>
    <p:extLst>
      <p:ext uri="{BB962C8B-B14F-4D97-AF65-F5344CB8AC3E}">
        <p14:creationId xmlns:p14="http://schemas.microsoft.com/office/powerpoint/2010/main" val="2693432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light bl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B31952-E4A5-D9E8-C52F-5D29A7BC41F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8E28A7-BDB3-7FE2-2275-6C094A1DF33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/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5170887A-6431-1399-F5E5-FA3AD3099B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19" y="1648421"/>
            <a:ext cx="8138160" cy="184665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>
              <a:defRPr sz="3600">
                <a:solidFill>
                  <a:srgbClr val="00126E"/>
                </a:solidFill>
              </a:defRPr>
            </a:lvl1pPr>
          </a:lstStyle>
          <a:p>
            <a:r>
              <a:rPr lang="en-US" dirty="0"/>
              <a:t>Light blue divider</a:t>
            </a:r>
            <a:endParaRPr lang="en-GB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239A8D7-86F6-5F8F-60A8-D347B9F18D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2920" y="376239"/>
            <a:ext cx="406908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0B5ED7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</p:spTree>
    <p:extLst>
      <p:ext uri="{BB962C8B-B14F-4D97-AF65-F5344CB8AC3E}">
        <p14:creationId xmlns:p14="http://schemas.microsoft.com/office/powerpoint/2010/main" val="1171092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dark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F4BC162-EBC9-AD4C-50FB-5AE54CFC382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319125" y="4928616"/>
            <a:ext cx="1620000" cy="9144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 lvl="0">
              <a:defRPr sz="600" b="0" i="0">
                <a:cs typeface="Calibri Light" panose="020F0302020204030204" pitchFamily="34" charset="0"/>
              </a:defRPr>
            </a:lvl1pPr>
            <a:lvl2pPr marL="457140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78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17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55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69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834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97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11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 dirty="0">
                <a:solidFill>
                  <a:schemeClr val="bg1"/>
                </a:solidFill>
                <a:latin typeface="+mj-lt"/>
              </a:rPr>
              <a:t>© 2024 Koninklijke Philips N.V. All rights reserved.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302E108-9147-4964-1570-DD151056425A}"/>
              </a:ext>
            </a:extLst>
          </p:cNvPr>
          <p:cNvSpPr>
            <a:spLocks noGrp="1"/>
          </p:cNvSpPr>
          <p:nvPr userDrawn="1">
            <p:ph type="ftr" sz="quarter" idx="15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7ED613-E8BF-EF44-A246-98413FA79480}"/>
              </a:ext>
            </a:extLst>
          </p:cNvPr>
          <p:cNvSpPr>
            <a:spLocks noGrp="1"/>
          </p:cNvSpPr>
          <p:nvPr userDrawn="1">
            <p:ph type="sldNum" sz="quarter" idx="16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514E7F6E-2B69-4BF8-B520-1CCC3F36F2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19" y="1648421"/>
            <a:ext cx="8138160" cy="1846659"/>
          </a:xfrm>
          <a:prstGeom prst="rect">
            <a:avLst/>
          </a:prstGeom>
        </p:spPr>
        <p:txBody>
          <a:bodyPr tIns="0" bIns="0" anchor="ctr"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Dark blue divider</a:t>
            </a:r>
            <a:endParaRPr lang="en-GB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1A37B65-E4B8-71F7-A78F-77B2D4E42B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2920" y="376239"/>
            <a:ext cx="4069080" cy="1828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BDF0FF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Optional header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FA3403-DB36-5459-127B-003E16CD7F5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8931" y="4887110"/>
            <a:ext cx="649224" cy="11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20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-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40DD0C7-5AF6-1A37-ECF9-CC16DE9DDC7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319125" y="4928616"/>
            <a:ext cx="1620000" cy="9144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 lvl="0">
              <a:defRPr sz="600" b="0" i="0">
                <a:cs typeface="Calibri Light" panose="020F0302020204030204" pitchFamily="34" charset="0"/>
              </a:defRPr>
            </a:lvl1pPr>
            <a:lvl2pPr marL="457140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78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17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55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69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834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97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11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 dirty="0">
                <a:solidFill>
                  <a:schemeClr val="tx1"/>
                </a:solidFill>
                <a:latin typeface="+mj-lt"/>
              </a:rPr>
              <a:t>© 2024 Koninklijke Philips N.V. All rights reserved.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5BC41EF-EEE9-1B6E-5F31-3E428C7719F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D0D815C2-849B-D7BD-0DB7-A36C1FA4B7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36F285E-21D8-7DCC-C09A-8638AEC14F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8" y="374904"/>
            <a:ext cx="8138160" cy="71913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Type your slide headline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23826F-0E15-8317-5ABF-92322521F27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8931" y="4887110"/>
            <a:ext cx="649224" cy="11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5000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2F1EC1-2658-C047-B1BA-7D4E1C0429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E53026-A825-4528-4CF3-B5A9681011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/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5B2A843-3D74-BE80-F9C6-089029FBBC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376241"/>
            <a:ext cx="8138160" cy="71913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Type your slide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3665400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p15="http://schemas.microsoft.com/office/powerpoint/2012/main">
      <p:transition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light bl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970542-4FDB-B324-ECE0-DE3F5DFAF1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DCCC7D-4FA5-392C-1757-004F3007C8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/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2D381BB-CD2F-C7BC-1AFA-2073F1739D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8" y="376241"/>
            <a:ext cx="8138160" cy="71913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Type your slide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1537142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- dark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F101F003-E183-0112-A786-7AA9F6D0DE1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319125" y="4928616"/>
            <a:ext cx="1620000" cy="91440"/>
          </a:xfrm>
          <a:prstGeom prst="rect">
            <a:avLst/>
          </a:prstGeom>
        </p:spPr>
        <p:txBody>
          <a:bodyPr vert="horz" lIns="0" tIns="0" rIns="0" bIns="0" rtlCol="0" anchor="t"/>
          <a:lstStyle>
            <a:defPPr>
              <a:defRPr lang="en-US"/>
            </a:defPPr>
            <a:lvl1pPr lvl="0">
              <a:defRPr sz="600" b="0" i="0">
                <a:cs typeface="Calibri Light" panose="020F0302020204030204" pitchFamily="34" charset="0"/>
              </a:defRPr>
            </a:lvl1pPr>
            <a:lvl2pPr marL="457140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78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17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55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696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834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97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112" algn="l" defTabSz="9142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" dirty="0">
                <a:solidFill>
                  <a:schemeClr val="tx1"/>
                </a:solidFill>
                <a:latin typeface="+mj-lt"/>
              </a:rPr>
              <a:t>© 2024 Koninklijke Philips N.V. All rights reserved.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AB06B5-4F14-55FD-A5A0-3ED51EB49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0D042B-CFFA-A2E0-2A91-CEF83AE1A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68A8DF2-CDA7-D81B-B404-AB351FB68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8" y="376241"/>
            <a:ext cx="8138160" cy="71913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Type your slide headline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076A43-B32F-C6BC-95CF-AF3D220BC56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8931" y="4887110"/>
            <a:ext cx="649224" cy="11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3439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47832D1-2CB0-EF47-87AC-2268BFA1D60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0675C8B-9184-054B-B7F8-DF9237D45D9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1C77D-DDC8-3024-919F-538FECE1E6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0062" y="1211263"/>
            <a:ext cx="8138160" cy="3484800"/>
          </a:xfrm>
          <a:prstGeom prst="rect">
            <a:avLst/>
          </a:prstGeo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17A39C56-76E5-6D8E-D2AE-E974200C17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4053" y="376241"/>
            <a:ext cx="8138160" cy="7191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Type your slide headline here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68344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47832D1-2CB0-EF47-87AC-2268BFA1D60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0675C8B-9184-054B-B7F8-DF9237D45D9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F116B89-87B5-8107-A5CD-141BB742256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20333" y="1211263"/>
            <a:ext cx="3823606" cy="3484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B6E554A-6B73-15E4-3764-C5F8C8ADA4F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0063" y="1211263"/>
            <a:ext cx="3823606" cy="3484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" name="Title 7">
            <a:extLst>
              <a:ext uri="{FF2B5EF4-FFF2-40B4-BE49-F238E27FC236}">
                <a16:creationId xmlns:a16="http://schemas.microsoft.com/office/drawing/2014/main" id="{2AED31B2-8BB2-E9B2-06B3-96133C2A7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4053" y="376241"/>
            <a:ext cx="8138160" cy="7191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Type your slide headline here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1097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47832D1-2CB0-EF47-87AC-2268BFA1D60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0675C8B-9184-054B-B7F8-DF9237D45D9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4C1EB096-CDA0-FBC3-ACB0-B46F4AC10AA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62611" y="1211263"/>
            <a:ext cx="2379602" cy="3484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C3E0B99A-29EB-A6B9-09B7-861A3D1249F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77488" y="1211263"/>
            <a:ext cx="2379602" cy="3484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AA75FF5-94F5-C44C-32B7-5EC624735A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0063" y="1211263"/>
            <a:ext cx="2379602" cy="3484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" name="Title 7">
            <a:extLst>
              <a:ext uri="{FF2B5EF4-FFF2-40B4-BE49-F238E27FC236}">
                <a16:creationId xmlns:a16="http://schemas.microsoft.com/office/drawing/2014/main" id="{4967F1C9-9964-32B9-28CE-CDB003517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4053" y="376241"/>
            <a:ext cx="8138160" cy="7191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dirty="0"/>
              <a:t>Type your slide headline here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11169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mall -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65D507BA-0817-31A1-44FE-891B1C7FA173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180" y="0"/>
            <a:ext cx="5888736" cy="5143500"/>
          </a:xfrm>
          <a:custGeom>
            <a:avLst/>
            <a:gdLst>
              <a:gd name="connsiteX0" fmla="*/ 5609750 w 5890820"/>
              <a:gd name="connsiteY0" fmla="*/ 4918662 h 5143500"/>
              <a:gd name="connsiteX1" fmla="*/ 5609757 w 5890820"/>
              <a:gd name="connsiteY1" fmla="*/ 4918670 h 5143500"/>
              <a:gd name="connsiteX2" fmla="*/ 5609750 w 5890820"/>
              <a:gd name="connsiteY2" fmla="*/ 4918680 h 5143500"/>
              <a:gd name="connsiteX3" fmla="*/ 5504702 w 5890820"/>
              <a:gd name="connsiteY3" fmla="*/ 4908682 h 5143500"/>
              <a:gd name="connsiteX4" fmla="*/ 5530011 w 5890820"/>
              <a:gd name="connsiteY4" fmla="*/ 4931060 h 5143500"/>
              <a:gd name="connsiteX5" fmla="*/ 5504702 w 5890820"/>
              <a:gd name="connsiteY5" fmla="*/ 4955819 h 5143500"/>
              <a:gd name="connsiteX6" fmla="*/ 5498970 w 5890820"/>
              <a:gd name="connsiteY6" fmla="*/ 4955819 h 5143500"/>
              <a:gd name="connsiteX7" fmla="*/ 5498970 w 5890820"/>
              <a:gd name="connsiteY7" fmla="*/ 4908800 h 5143500"/>
              <a:gd name="connsiteX8" fmla="*/ 5504702 w 5890820"/>
              <a:gd name="connsiteY8" fmla="*/ 4908682 h 5143500"/>
              <a:gd name="connsiteX9" fmla="*/ 5056334 w 5890820"/>
              <a:gd name="connsiteY9" fmla="*/ 4908682 h 5143500"/>
              <a:gd name="connsiteX10" fmla="*/ 5081644 w 5890820"/>
              <a:gd name="connsiteY10" fmla="*/ 4931060 h 5143500"/>
              <a:gd name="connsiteX11" fmla="*/ 5056334 w 5890820"/>
              <a:gd name="connsiteY11" fmla="*/ 4955819 h 5143500"/>
              <a:gd name="connsiteX12" fmla="*/ 5050602 w 5890820"/>
              <a:gd name="connsiteY12" fmla="*/ 4955819 h 5143500"/>
              <a:gd name="connsiteX13" fmla="*/ 5050602 w 5890820"/>
              <a:gd name="connsiteY13" fmla="*/ 4908800 h 5143500"/>
              <a:gd name="connsiteX14" fmla="*/ 5056334 w 5890820"/>
              <a:gd name="connsiteY14" fmla="*/ 4908682 h 5143500"/>
              <a:gd name="connsiteX15" fmla="*/ 5402996 w 5890820"/>
              <a:gd name="connsiteY15" fmla="*/ 4889642 h 5143500"/>
              <a:gd name="connsiteX16" fmla="*/ 5402996 w 5890820"/>
              <a:gd name="connsiteY16" fmla="*/ 5003422 h 5143500"/>
              <a:gd name="connsiteX17" fmla="*/ 5437856 w 5890820"/>
              <a:gd name="connsiteY17" fmla="*/ 5003422 h 5143500"/>
              <a:gd name="connsiteX18" fmla="*/ 5437856 w 5890820"/>
              <a:gd name="connsiteY18" fmla="*/ 4889642 h 5143500"/>
              <a:gd name="connsiteX19" fmla="*/ 5322296 w 5890820"/>
              <a:gd name="connsiteY19" fmla="*/ 4889642 h 5143500"/>
              <a:gd name="connsiteX20" fmla="*/ 5322296 w 5890820"/>
              <a:gd name="connsiteY20" fmla="*/ 5003422 h 5143500"/>
              <a:gd name="connsiteX21" fmla="*/ 5385323 w 5890820"/>
              <a:gd name="connsiteY21" fmla="*/ 5003422 h 5143500"/>
              <a:gd name="connsiteX22" fmla="*/ 5390579 w 5890820"/>
              <a:gd name="connsiteY22" fmla="*/ 4980570 h 5143500"/>
              <a:gd name="connsiteX23" fmla="*/ 5357157 w 5890820"/>
              <a:gd name="connsiteY23" fmla="*/ 4980570 h 5143500"/>
              <a:gd name="connsiteX24" fmla="*/ 5357157 w 5890820"/>
              <a:gd name="connsiteY24" fmla="*/ 4889642 h 5143500"/>
              <a:gd name="connsiteX25" fmla="*/ 5261659 w 5890820"/>
              <a:gd name="connsiteY25" fmla="*/ 4889642 h 5143500"/>
              <a:gd name="connsiteX26" fmla="*/ 5261659 w 5890820"/>
              <a:gd name="connsiteY26" fmla="*/ 5003422 h 5143500"/>
              <a:gd name="connsiteX27" fmla="*/ 5296520 w 5890820"/>
              <a:gd name="connsiteY27" fmla="*/ 5003422 h 5143500"/>
              <a:gd name="connsiteX28" fmla="*/ 5296520 w 5890820"/>
              <a:gd name="connsiteY28" fmla="*/ 4889642 h 5143500"/>
              <a:gd name="connsiteX29" fmla="*/ 5129864 w 5890820"/>
              <a:gd name="connsiteY29" fmla="*/ 4889642 h 5143500"/>
              <a:gd name="connsiteX30" fmla="*/ 5129864 w 5890820"/>
              <a:gd name="connsiteY30" fmla="*/ 5003422 h 5143500"/>
              <a:gd name="connsiteX31" fmla="*/ 5164725 w 5890820"/>
              <a:gd name="connsiteY31" fmla="*/ 5003422 h 5143500"/>
              <a:gd name="connsiteX32" fmla="*/ 5164725 w 5890820"/>
              <a:gd name="connsiteY32" fmla="*/ 4958675 h 5143500"/>
              <a:gd name="connsiteX33" fmla="*/ 5201013 w 5890820"/>
              <a:gd name="connsiteY33" fmla="*/ 4958675 h 5143500"/>
              <a:gd name="connsiteX34" fmla="*/ 5201013 w 5890820"/>
              <a:gd name="connsiteY34" fmla="*/ 5003422 h 5143500"/>
              <a:gd name="connsiteX35" fmla="*/ 5235874 w 5890820"/>
              <a:gd name="connsiteY35" fmla="*/ 5003422 h 5143500"/>
              <a:gd name="connsiteX36" fmla="*/ 5235874 w 5890820"/>
              <a:gd name="connsiteY36" fmla="*/ 4889642 h 5143500"/>
              <a:gd name="connsiteX37" fmla="*/ 5201013 w 5890820"/>
              <a:gd name="connsiteY37" fmla="*/ 4889642 h 5143500"/>
              <a:gd name="connsiteX38" fmla="*/ 5201013 w 5890820"/>
              <a:gd name="connsiteY38" fmla="*/ 4934873 h 5143500"/>
              <a:gd name="connsiteX39" fmla="*/ 5164725 w 5890820"/>
              <a:gd name="connsiteY39" fmla="*/ 4934873 h 5143500"/>
              <a:gd name="connsiteX40" fmla="*/ 5164725 w 5890820"/>
              <a:gd name="connsiteY40" fmla="*/ 4889642 h 5143500"/>
              <a:gd name="connsiteX41" fmla="*/ 5506606 w 5890820"/>
              <a:gd name="connsiteY41" fmla="*/ 4887261 h 5143500"/>
              <a:gd name="connsiteX42" fmla="*/ 5464109 w 5890820"/>
              <a:gd name="connsiteY42" fmla="*/ 4889642 h 5143500"/>
              <a:gd name="connsiteX43" fmla="*/ 5464109 w 5890820"/>
              <a:gd name="connsiteY43" fmla="*/ 5003422 h 5143500"/>
              <a:gd name="connsiteX44" fmla="*/ 5498970 w 5890820"/>
              <a:gd name="connsiteY44" fmla="*/ 5003422 h 5143500"/>
              <a:gd name="connsiteX45" fmla="*/ 5498970 w 5890820"/>
              <a:gd name="connsiteY45" fmla="*/ 4976282 h 5143500"/>
              <a:gd name="connsiteX46" fmla="*/ 5511386 w 5890820"/>
              <a:gd name="connsiteY46" fmla="*/ 4976282 h 5143500"/>
              <a:gd name="connsiteX47" fmla="*/ 5511386 w 5890820"/>
              <a:gd name="connsiteY47" fmla="*/ 4976291 h 5143500"/>
              <a:gd name="connsiteX48" fmla="*/ 5564387 w 5890820"/>
              <a:gd name="connsiteY48" fmla="*/ 4930586 h 5143500"/>
              <a:gd name="connsiteX49" fmla="*/ 5506606 w 5890820"/>
              <a:gd name="connsiteY49" fmla="*/ 4887261 h 5143500"/>
              <a:gd name="connsiteX50" fmla="*/ 5058248 w 5890820"/>
              <a:gd name="connsiteY50" fmla="*/ 4887261 h 5143500"/>
              <a:gd name="connsiteX51" fmla="*/ 5015751 w 5890820"/>
              <a:gd name="connsiteY51" fmla="*/ 4889642 h 5143500"/>
              <a:gd name="connsiteX52" fmla="*/ 5015751 w 5890820"/>
              <a:gd name="connsiteY52" fmla="*/ 5003422 h 5143500"/>
              <a:gd name="connsiteX53" fmla="*/ 5050611 w 5890820"/>
              <a:gd name="connsiteY53" fmla="*/ 5003422 h 5143500"/>
              <a:gd name="connsiteX54" fmla="*/ 5050611 w 5890820"/>
              <a:gd name="connsiteY54" fmla="*/ 4976282 h 5143500"/>
              <a:gd name="connsiteX55" fmla="*/ 5063028 w 5890820"/>
              <a:gd name="connsiteY55" fmla="*/ 4976282 h 5143500"/>
              <a:gd name="connsiteX56" fmla="*/ 5063019 w 5890820"/>
              <a:gd name="connsiteY56" fmla="*/ 4976291 h 5143500"/>
              <a:gd name="connsiteX57" fmla="*/ 5116019 w 5890820"/>
              <a:gd name="connsiteY57" fmla="*/ 4930586 h 5143500"/>
              <a:gd name="connsiteX58" fmla="*/ 5058248 w 5890820"/>
              <a:gd name="connsiteY58" fmla="*/ 4887261 h 5143500"/>
              <a:gd name="connsiteX59" fmla="*/ 5622157 w 5890820"/>
              <a:gd name="connsiteY59" fmla="*/ 4887252 h 5143500"/>
              <a:gd name="connsiteX60" fmla="*/ 5574889 w 5890820"/>
              <a:gd name="connsiteY60" fmla="*/ 4921527 h 5143500"/>
              <a:gd name="connsiteX61" fmla="*/ 5629327 w 5890820"/>
              <a:gd name="connsiteY61" fmla="*/ 4971994 h 5143500"/>
              <a:gd name="connsiteX62" fmla="*/ 5611187 w 5890820"/>
              <a:gd name="connsiteY62" fmla="*/ 4982942 h 5143500"/>
              <a:gd name="connsiteX63" fmla="*/ 5571556 w 5890820"/>
              <a:gd name="connsiteY63" fmla="*/ 4973892 h 5143500"/>
              <a:gd name="connsiteX64" fmla="*/ 5575375 w 5890820"/>
              <a:gd name="connsiteY64" fmla="*/ 5000074 h 5143500"/>
              <a:gd name="connsiteX65" fmla="*/ 5611664 w 5890820"/>
              <a:gd name="connsiteY65" fmla="*/ 5005785 h 5143500"/>
              <a:gd name="connsiteX66" fmla="*/ 5664664 w 5890820"/>
              <a:gd name="connsiteY66" fmla="*/ 4967697 h 5143500"/>
              <a:gd name="connsiteX67" fmla="*/ 5618330 w 5890820"/>
              <a:gd name="connsiteY67" fmla="*/ 4928600 h 5143500"/>
              <a:gd name="connsiteX68" fmla="*/ 5609757 w 5890820"/>
              <a:gd name="connsiteY68" fmla="*/ 4918670 h 5143500"/>
              <a:gd name="connsiteX69" fmla="*/ 5614107 w 5890820"/>
              <a:gd name="connsiteY69" fmla="*/ 4911836 h 5143500"/>
              <a:gd name="connsiteX70" fmla="*/ 5625985 w 5890820"/>
              <a:gd name="connsiteY70" fmla="*/ 4909630 h 5143500"/>
              <a:gd name="connsiteX71" fmla="*/ 5657018 w 5890820"/>
              <a:gd name="connsiteY71" fmla="*/ 4915341 h 5143500"/>
              <a:gd name="connsiteX72" fmla="*/ 5654152 w 5890820"/>
              <a:gd name="connsiteY72" fmla="*/ 4890582 h 5143500"/>
              <a:gd name="connsiteX73" fmla="*/ 5622157 w 5890820"/>
              <a:gd name="connsiteY73" fmla="*/ 4887252 h 5143500"/>
              <a:gd name="connsiteX74" fmla="*/ 0 w 5890820"/>
              <a:gd name="connsiteY74" fmla="*/ 0 h 5143500"/>
              <a:gd name="connsiteX75" fmla="*/ 5890820 w 5890820"/>
              <a:gd name="connsiteY75" fmla="*/ 0 h 5143500"/>
              <a:gd name="connsiteX76" fmla="*/ 5890820 w 5890820"/>
              <a:gd name="connsiteY76" fmla="*/ 5143500 h 5143500"/>
              <a:gd name="connsiteX77" fmla="*/ 0 w 5890820"/>
              <a:gd name="connsiteY77" fmla="*/ 514350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890820" h="5143500">
                <a:moveTo>
                  <a:pt x="5609750" y="4918662"/>
                </a:moveTo>
                <a:lnTo>
                  <a:pt x="5609757" y="4918670"/>
                </a:lnTo>
                <a:lnTo>
                  <a:pt x="5609750" y="4918680"/>
                </a:lnTo>
                <a:close/>
                <a:moveTo>
                  <a:pt x="5504702" y="4908682"/>
                </a:moveTo>
                <a:cubicBezTo>
                  <a:pt x="5521889" y="4908682"/>
                  <a:pt x="5530011" y="4916774"/>
                  <a:pt x="5530011" y="4931060"/>
                </a:cubicBezTo>
                <a:cubicBezTo>
                  <a:pt x="5530011" y="4945821"/>
                  <a:pt x="5522851" y="4955819"/>
                  <a:pt x="5504702" y="4955819"/>
                </a:cubicBezTo>
                <a:lnTo>
                  <a:pt x="5498970" y="4955819"/>
                </a:lnTo>
                <a:lnTo>
                  <a:pt x="5498970" y="4908800"/>
                </a:lnTo>
                <a:cubicBezTo>
                  <a:pt x="5500993" y="4908682"/>
                  <a:pt x="5502907" y="4908682"/>
                  <a:pt x="5504702" y="4908682"/>
                </a:cubicBezTo>
                <a:close/>
                <a:moveTo>
                  <a:pt x="5056334" y="4908682"/>
                </a:moveTo>
                <a:cubicBezTo>
                  <a:pt x="5073522" y="4908682"/>
                  <a:pt x="5081644" y="4916774"/>
                  <a:pt x="5081644" y="4931060"/>
                </a:cubicBezTo>
                <a:cubicBezTo>
                  <a:pt x="5081644" y="4945821"/>
                  <a:pt x="5074483" y="4955819"/>
                  <a:pt x="5056334" y="4955819"/>
                </a:cubicBezTo>
                <a:lnTo>
                  <a:pt x="5050602" y="4955819"/>
                </a:lnTo>
                <a:lnTo>
                  <a:pt x="5050602" y="4908800"/>
                </a:lnTo>
                <a:cubicBezTo>
                  <a:pt x="5052635" y="4908682"/>
                  <a:pt x="5054540" y="4908682"/>
                  <a:pt x="5056334" y="4908682"/>
                </a:cubicBezTo>
                <a:close/>
                <a:moveTo>
                  <a:pt x="5402996" y="4889642"/>
                </a:moveTo>
                <a:lnTo>
                  <a:pt x="5402996" y="5003422"/>
                </a:lnTo>
                <a:lnTo>
                  <a:pt x="5437856" y="5003422"/>
                </a:lnTo>
                <a:lnTo>
                  <a:pt x="5437856" y="4889642"/>
                </a:lnTo>
                <a:close/>
                <a:moveTo>
                  <a:pt x="5322296" y="4889642"/>
                </a:moveTo>
                <a:lnTo>
                  <a:pt x="5322296" y="5003422"/>
                </a:lnTo>
                <a:lnTo>
                  <a:pt x="5385323" y="5003422"/>
                </a:lnTo>
                <a:lnTo>
                  <a:pt x="5390579" y="4980570"/>
                </a:lnTo>
                <a:lnTo>
                  <a:pt x="5357157" y="4980570"/>
                </a:lnTo>
                <a:lnTo>
                  <a:pt x="5357157" y="4889642"/>
                </a:lnTo>
                <a:close/>
                <a:moveTo>
                  <a:pt x="5261659" y="4889642"/>
                </a:moveTo>
                <a:lnTo>
                  <a:pt x="5261659" y="5003422"/>
                </a:lnTo>
                <a:lnTo>
                  <a:pt x="5296520" y="5003422"/>
                </a:lnTo>
                <a:lnTo>
                  <a:pt x="5296520" y="4889642"/>
                </a:lnTo>
                <a:close/>
                <a:moveTo>
                  <a:pt x="5129864" y="4889642"/>
                </a:moveTo>
                <a:lnTo>
                  <a:pt x="5129864" y="5003422"/>
                </a:lnTo>
                <a:lnTo>
                  <a:pt x="5164725" y="5003422"/>
                </a:lnTo>
                <a:lnTo>
                  <a:pt x="5164725" y="4958675"/>
                </a:lnTo>
                <a:lnTo>
                  <a:pt x="5201013" y="4958675"/>
                </a:lnTo>
                <a:lnTo>
                  <a:pt x="5201013" y="5003422"/>
                </a:lnTo>
                <a:lnTo>
                  <a:pt x="5235874" y="5003422"/>
                </a:lnTo>
                <a:lnTo>
                  <a:pt x="5235874" y="4889642"/>
                </a:lnTo>
                <a:lnTo>
                  <a:pt x="5201013" y="4889642"/>
                </a:lnTo>
                <a:lnTo>
                  <a:pt x="5201013" y="4934873"/>
                </a:lnTo>
                <a:lnTo>
                  <a:pt x="5164725" y="4934873"/>
                </a:lnTo>
                <a:lnTo>
                  <a:pt x="5164725" y="4889642"/>
                </a:lnTo>
                <a:close/>
                <a:moveTo>
                  <a:pt x="5506606" y="4887261"/>
                </a:moveTo>
                <a:cubicBezTo>
                  <a:pt x="5492761" y="4887261"/>
                  <a:pt x="5476050" y="4888210"/>
                  <a:pt x="5464109" y="4889642"/>
                </a:cubicBezTo>
                <a:lnTo>
                  <a:pt x="5464109" y="5003422"/>
                </a:lnTo>
                <a:lnTo>
                  <a:pt x="5498970" y="5003422"/>
                </a:lnTo>
                <a:lnTo>
                  <a:pt x="5498970" y="4976282"/>
                </a:lnTo>
                <a:lnTo>
                  <a:pt x="5511386" y="4976282"/>
                </a:lnTo>
                <a:lnTo>
                  <a:pt x="5511386" y="4976291"/>
                </a:lnTo>
                <a:cubicBezTo>
                  <a:pt x="5543857" y="4976291"/>
                  <a:pt x="5564387" y="4959633"/>
                  <a:pt x="5564387" y="4930586"/>
                </a:cubicBezTo>
                <a:cubicBezTo>
                  <a:pt x="5564387" y="4898692"/>
                  <a:pt x="5542419" y="4887261"/>
                  <a:pt x="5506606" y="4887261"/>
                </a:cubicBezTo>
                <a:close/>
                <a:moveTo>
                  <a:pt x="5058248" y="4887261"/>
                </a:moveTo>
                <a:cubicBezTo>
                  <a:pt x="5044403" y="4887261"/>
                  <a:pt x="5027692" y="4888210"/>
                  <a:pt x="5015751" y="4889642"/>
                </a:cubicBezTo>
                <a:lnTo>
                  <a:pt x="5015751" y="5003422"/>
                </a:lnTo>
                <a:lnTo>
                  <a:pt x="5050611" y="5003422"/>
                </a:lnTo>
                <a:lnTo>
                  <a:pt x="5050611" y="4976282"/>
                </a:lnTo>
                <a:lnTo>
                  <a:pt x="5063028" y="4976282"/>
                </a:lnTo>
                <a:lnTo>
                  <a:pt x="5063019" y="4976291"/>
                </a:lnTo>
                <a:cubicBezTo>
                  <a:pt x="5095489" y="4976291"/>
                  <a:pt x="5116019" y="4959633"/>
                  <a:pt x="5116019" y="4930586"/>
                </a:cubicBezTo>
                <a:cubicBezTo>
                  <a:pt x="5116028" y="4898683"/>
                  <a:pt x="5094061" y="4887261"/>
                  <a:pt x="5058248" y="4887261"/>
                </a:cubicBezTo>
                <a:close/>
                <a:moveTo>
                  <a:pt x="5622157" y="4887252"/>
                </a:moveTo>
                <a:cubicBezTo>
                  <a:pt x="5593982" y="4887252"/>
                  <a:pt x="5574889" y="4898318"/>
                  <a:pt x="5574889" y="4921527"/>
                </a:cubicBezTo>
                <a:cubicBezTo>
                  <a:pt x="5574889" y="4961521"/>
                  <a:pt x="5629327" y="4953429"/>
                  <a:pt x="5629327" y="4971994"/>
                </a:cubicBezTo>
                <a:cubicBezTo>
                  <a:pt x="5629327" y="4979137"/>
                  <a:pt x="5624071" y="4982942"/>
                  <a:pt x="5611187" y="4982942"/>
                </a:cubicBezTo>
                <a:cubicBezTo>
                  <a:pt x="5599723" y="4982942"/>
                  <a:pt x="5582059" y="4979137"/>
                  <a:pt x="5571556" y="4973892"/>
                </a:cubicBezTo>
                <a:lnTo>
                  <a:pt x="5575375" y="5000074"/>
                </a:lnTo>
                <a:cubicBezTo>
                  <a:pt x="5585878" y="5003888"/>
                  <a:pt x="5600208" y="5005785"/>
                  <a:pt x="5611664" y="5005785"/>
                </a:cubicBezTo>
                <a:cubicBezTo>
                  <a:pt x="5640792" y="5005785"/>
                  <a:pt x="5664664" y="4996261"/>
                  <a:pt x="5664664" y="4967697"/>
                </a:cubicBezTo>
                <a:cubicBezTo>
                  <a:pt x="5664664" y="4939131"/>
                  <a:pt x="5633775" y="4936008"/>
                  <a:pt x="5618330" y="4928600"/>
                </a:cubicBezTo>
                <a:lnTo>
                  <a:pt x="5609757" y="4918670"/>
                </a:lnTo>
                <a:lnTo>
                  <a:pt x="5614107" y="4911836"/>
                </a:lnTo>
                <a:cubicBezTo>
                  <a:pt x="5616913" y="4910346"/>
                  <a:pt x="5620972" y="4909630"/>
                  <a:pt x="5625985" y="4909630"/>
                </a:cubicBezTo>
                <a:cubicBezTo>
                  <a:pt x="5636964" y="4909630"/>
                  <a:pt x="5648905" y="4912011"/>
                  <a:pt x="5657018" y="4915341"/>
                </a:cubicBezTo>
                <a:lnTo>
                  <a:pt x="5654152" y="4890582"/>
                </a:lnTo>
                <a:cubicBezTo>
                  <a:pt x="5645077" y="4888675"/>
                  <a:pt x="5636964" y="4887252"/>
                  <a:pt x="5622157" y="4887252"/>
                </a:cubicBezTo>
                <a:close/>
                <a:moveTo>
                  <a:pt x="0" y="0"/>
                </a:moveTo>
                <a:lnTo>
                  <a:pt x="5890820" y="0"/>
                </a:lnTo>
                <a:lnTo>
                  <a:pt x="5890820" y="5143500"/>
                </a:lnTo>
                <a:lnTo>
                  <a:pt x="0" y="51435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 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 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  <p:sp>
        <p:nvSpPr>
          <p:cNvPr id="5" name="Footer Placeholder 11">
            <a:extLst>
              <a:ext uri="{FF2B5EF4-FFF2-40B4-BE49-F238E27FC236}">
                <a16:creationId xmlns:a16="http://schemas.microsoft.com/office/drawing/2014/main" id="{39233B01-D8A4-FE06-9412-52107B278D8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502919" y="4928616"/>
            <a:ext cx="2377440" cy="91440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E15C5B3-F137-C847-8AEF-B6EA3211AAAA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E2C26D52-4263-A84E-BE9C-E8B266F7A2A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0063" y="1211263"/>
            <a:ext cx="2379602" cy="3484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DFB18B-FAF9-0022-13B7-568D84204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376242"/>
            <a:ext cx="2377440" cy="722376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Type your slide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4051781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mall - 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44F529D8-9C6F-58F5-0254-996E808C093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62611" y="1211263"/>
            <a:ext cx="2379602" cy="3484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79F63E1-D3F3-F243-D730-F89C53934A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60149" y="376242"/>
            <a:ext cx="2377440" cy="722376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tx2"/>
                </a:solidFill>
              </a:defRPr>
            </a:lvl1pPr>
          </a:lstStyle>
          <a:p>
            <a:r>
              <a:rPr lang="en-US" noProof="0" dirty="0"/>
              <a:t>Type your slide headline here</a:t>
            </a:r>
          </a:p>
        </p:txBody>
      </p:sp>
      <p:sp>
        <p:nvSpPr>
          <p:cNvPr id="4" name="Footer Placeholder 11">
            <a:extLst>
              <a:ext uri="{FF2B5EF4-FFF2-40B4-BE49-F238E27FC236}">
                <a16:creationId xmlns:a16="http://schemas.microsoft.com/office/drawing/2014/main" id="{D019B56E-17F1-60C5-DE51-C73526AF218E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502919" y="4928616"/>
            <a:ext cx="237744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12">
            <a:extLst>
              <a:ext uri="{FF2B5EF4-FFF2-40B4-BE49-F238E27FC236}">
                <a16:creationId xmlns:a16="http://schemas.microsoft.com/office/drawing/2014/main" id="{CE15C5B3-F137-C847-8AEF-B6EA3211AAAA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3C5F3973-0A3E-BA0D-7446-25212BF944F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0" y="0"/>
            <a:ext cx="5890820" cy="5143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r>
              <a:rPr lang="en-US" noProof="0" dirty="0"/>
              <a:t>Click icon to insert your photo OR 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 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</a:p>
        </p:txBody>
      </p:sp>
    </p:spTree>
    <p:extLst>
      <p:ext uri="{BB962C8B-B14F-4D97-AF65-F5344CB8AC3E}">
        <p14:creationId xmlns:p14="http://schemas.microsoft.com/office/powerpoint/2010/main" val="2108103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D14F1EF4-283E-34CE-199C-D2F9ED23AAAD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0" y="0"/>
            <a:ext cx="9144000" cy="5143500"/>
          </a:xfrm>
          <a:custGeom>
            <a:avLst/>
            <a:gdLst>
              <a:gd name="connsiteX0" fmla="*/ 8862930 w 9144000"/>
              <a:gd name="connsiteY0" fmla="*/ 4918662 h 5143500"/>
              <a:gd name="connsiteX1" fmla="*/ 8862940 w 9144000"/>
              <a:gd name="connsiteY1" fmla="*/ 4918674 h 5143500"/>
              <a:gd name="connsiteX2" fmla="*/ 8862930 w 9144000"/>
              <a:gd name="connsiteY2" fmla="*/ 4918680 h 5143500"/>
              <a:gd name="connsiteX3" fmla="*/ 8757882 w 9144000"/>
              <a:gd name="connsiteY3" fmla="*/ 4908682 h 5143500"/>
              <a:gd name="connsiteX4" fmla="*/ 8783191 w 9144000"/>
              <a:gd name="connsiteY4" fmla="*/ 4931060 h 5143500"/>
              <a:gd name="connsiteX5" fmla="*/ 8757882 w 9144000"/>
              <a:gd name="connsiteY5" fmla="*/ 4955819 h 5143500"/>
              <a:gd name="connsiteX6" fmla="*/ 8752150 w 9144000"/>
              <a:gd name="connsiteY6" fmla="*/ 4955819 h 5143500"/>
              <a:gd name="connsiteX7" fmla="*/ 8752150 w 9144000"/>
              <a:gd name="connsiteY7" fmla="*/ 4908800 h 5143500"/>
              <a:gd name="connsiteX8" fmla="*/ 8757882 w 9144000"/>
              <a:gd name="connsiteY8" fmla="*/ 4908682 h 5143500"/>
              <a:gd name="connsiteX9" fmla="*/ 8309514 w 9144000"/>
              <a:gd name="connsiteY9" fmla="*/ 4908682 h 5143500"/>
              <a:gd name="connsiteX10" fmla="*/ 8334824 w 9144000"/>
              <a:gd name="connsiteY10" fmla="*/ 4931060 h 5143500"/>
              <a:gd name="connsiteX11" fmla="*/ 8309514 w 9144000"/>
              <a:gd name="connsiteY11" fmla="*/ 4955819 h 5143500"/>
              <a:gd name="connsiteX12" fmla="*/ 8303782 w 9144000"/>
              <a:gd name="connsiteY12" fmla="*/ 4955819 h 5143500"/>
              <a:gd name="connsiteX13" fmla="*/ 8303782 w 9144000"/>
              <a:gd name="connsiteY13" fmla="*/ 4908800 h 5143500"/>
              <a:gd name="connsiteX14" fmla="*/ 8309514 w 9144000"/>
              <a:gd name="connsiteY14" fmla="*/ 4908682 h 5143500"/>
              <a:gd name="connsiteX15" fmla="*/ 8656176 w 9144000"/>
              <a:gd name="connsiteY15" fmla="*/ 4889642 h 5143500"/>
              <a:gd name="connsiteX16" fmla="*/ 8656176 w 9144000"/>
              <a:gd name="connsiteY16" fmla="*/ 5003422 h 5143500"/>
              <a:gd name="connsiteX17" fmla="*/ 8691036 w 9144000"/>
              <a:gd name="connsiteY17" fmla="*/ 5003422 h 5143500"/>
              <a:gd name="connsiteX18" fmla="*/ 8691036 w 9144000"/>
              <a:gd name="connsiteY18" fmla="*/ 4889642 h 5143500"/>
              <a:gd name="connsiteX19" fmla="*/ 8575476 w 9144000"/>
              <a:gd name="connsiteY19" fmla="*/ 4889642 h 5143500"/>
              <a:gd name="connsiteX20" fmla="*/ 8575476 w 9144000"/>
              <a:gd name="connsiteY20" fmla="*/ 5003422 h 5143500"/>
              <a:gd name="connsiteX21" fmla="*/ 8638503 w 9144000"/>
              <a:gd name="connsiteY21" fmla="*/ 5003422 h 5143500"/>
              <a:gd name="connsiteX22" fmla="*/ 8643759 w 9144000"/>
              <a:gd name="connsiteY22" fmla="*/ 4980570 h 5143500"/>
              <a:gd name="connsiteX23" fmla="*/ 8610337 w 9144000"/>
              <a:gd name="connsiteY23" fmla="*/ 4980570 h 5143500"/>
              <a:gd name="connsiteX24" fmla="*/ 8610337 w 9144000"/>
              <a:gd name="connsiteY24" fmla="*/ 4889642 h 5143500"/>
              <a:gd name="connsiteX25" fmla="*/ 8514839 w 9144000"/>
              <a:gd name="connsiteY25" fmla="*/ 4889642 h 5143500"/>
              <a:gd name="connsiteX26" fmla="*/ 8514839 w 9144000"/>
              <a:gd name="connsiteY26" fmla="*/ 5003422 h 5143500"/>
              <a:gd name="connsiteX27" fmla="*/ 8549700 w 9144000"/>
              <a:gd name="connsiteY27" fmla="*/ 5003422 h 5143500"/>
              <a:gd name="connsiteX28" fmla="*/ 8549700 w 9144000"/>
              <a:gd name="connsiteY28" fmla="*/ 4889642 h 5143500"/>
              <a:gd name="connsiteX29" fmla="*/ 8383044 w 9144000"/>
              <a:gd name="connsiteY29" fmla="*/ 4889642 h 5143500"/>
              <a:gd name="connsiteX30" fmla="*/ 8383044 w 9144000"/>
              <a:gd name="connsiteY30" fmla="*/ 5003422 h 5143500"/>
              <a:gd name="connsiteX31" fmla="*/ 8417905 w 9144000"/>
              <a:gd name="connsiteY31" fmla="*/ 5003422 h 5143500"/>
              <a:gd name="connsiteX32" fmla="*/ 8417905 w 9144000"/>
              <a:gd name="connsiteY32" fmla="*/ 4958675 h 5143500"/>
              <a:gd name="connsiteX33" fmla="*/ 8454193 w 9144000"/>
              <a:gd name="connsiteY33" fmla="*/ 4958675 h 5143500"/>
              <a:gd name="connsiteX34" fmla="*/ 8454193 w 9144000"/>
              <a:gd name="connsiteY34" fmla="*/ 5003422 h 5143500"/>
              <a:gd name="connsiteX35" fmla="*/ 8489054 w 9144000"/>
              <a:gd name="connsiteY35" fmla="*/ 5003422 h 5143500"/>
              <a:gd name="connsiteX36" fmla="*/ 8489054 w 9144000"/>
              <a:gd name="connsiteY36" fmla="*/ 4889642 h 5143500"/>
              <a:gd name="connsiteX37" fmla="*/ 8454193 w 9144000"/>
              <a:gd name="connsiteY37" fmla="*/ 4889642 h 5143500"/>
              <a:gd name="connsiteX38" fmla="*/ 8454193 w 9144000"/>
              <a:gd name="connsiteY38" fmla="*/ 4934873 h 5143500"/>
              <a:gd name="connsiteX39" fmla="*/ 8417905 w 9144000"/>
              <a:gd name="connsiteY39" fmla="*/ 4934873 h 5143500"/>
              <a:gd name="connsiteX40" fmla="*/ 8417905 w 9144000"/>
              <a:gd name="connsiteY40" fmla="*/ 4889642 h 5143500"/>
              <a:gd name="connsiteX41" fmla="*/ 8759786 w 9144000"/>
              <a:gd name="connsiteY41" fmla="*/ 4887261 h 5143500"/>
              <a:gd name="connsiteX42" fmla="*/ 8717289 w 9144000"/>
              <a:gd name="connsiteY42" fmla="*/ 4889642 h 5143500"/>
              <a:gd name="connsiteX43" fmla="*/ 8717289 w 9144000"/>
              <a:gd name="connsiteY43" fmla="*/ 5003422 h 5143500"/>
              <a:gd name="connsiteX44" fmla="*/ 8752150 w 9144000"/>
              <a:gd name="connsiteY44" fmla="*/ 5003422 h 5143500"/>
              <a:gd name="connsiteX45" fmla="*/ 8752150 w 9144000"/>
              <a:gd name="connsiteY45" fmla="*/ 4976282 h 5143500"/>
              <a:gd name="connsiteX46" fmla="*/ 8764566 w 9144000"/>
              <a:gd name="connsiteY46" fmla="*/ 4976282 h 5143500"/>
              <a:gd name="connsiteX47" fmla="*/ 8764566 w 9144000"/>
              <a:gd name="connsiteY47" fmla="*/ 4976291 h 5143500"/>
              <a:gd name="connsiteX48" fmla="*/ 8817567 w 9144000"/>
              <a:gd name="connsiteY48" fmla="*/ 4930586 h 5143500"/>
              <a:gd name="connsiteX49" fmla="*/ 8759786 w 9144000"/>
              <a:gd name="connsiteY49" fmla="*/ 4887261 h 5143500"/>
              <a:gd name="connsiteX50" fmla="*/ 8311428 w 9144000"/>
              <a:gd name="connsiteY50" fmla="*/ 4887261 h 5143500"/>
              <a:gd name="connsiteX51" fmla="*/ 8268931 w 9144000"/>
              <a:gd name="connsiteY51" fmla="*/ 4889642 h 5143500"/>
              <a:gd name="connsiteX52" fmla="*/ 8268931 w 9144000"/>
              <a:gd name="connsiteY52" fmla="*/ 5003422 h 5143500"/>
              <a:gd name="connsiteX53" fmla="*/ 8303791 w 9144000"/>
              <a:gd name="connsiteY53" fmla="*/ 5003422 h 5143500"/>
              <a:gd name="connsiteX54" fmla="*/ 8303791 w 9144000"/>
              <a:gd name="connsiteY54" fmla="*/ 4976282 h 5143500"/>
              <a:gd name="connsiteX55" fmla="*/ 8316208 w 9144000"/>
              <a:gd name="connsiteY55" fmla="*/ 4976282 h 5143500"/>
              <a:gd name="connsiteX56" fmla="*/ 8316199 w 9144000"/>
              <a:gd name="connsiteY56" fmla="*/ 4976291 h 5143500"/>
              <a:gd name="connsiteX57" fmla="*/ 8369199 w 9144000"/>
              <a:gd name="connsiteY57" fmla="*/ 4930586 h 5143500"/>
              <a:gd name="connsiteX58" fmla="*/ 8311428 w 9144000"/>
              <a:gd name="connsiteY58" fmla="*/ 4887261 h 5143500"/>
              <a:gd name="connsiteX59" fmla="*/ 8875337 w 9144000"/>
              <a:gd name="connsiteY59" fmla="*/ 4887252 h 5143500"/>
              <a:gd name="connsiteX60" fmla="*/ 8828069 w 9144000"/>
              <a:gd name="connsiteY60" fmla="*/ 4921527 h 5143500"/>
              <a:gd name="connsiteX61" fmla="*/ 8882507 w 9144000"/>
              <a:gd name="connsiteY61" fmla="*/ 4971994 h 5143500"/>
              <a:gd name="connsiteX62" fmla="*/ 8864367 w 9144000"/>
              <a:gd name="connsiteY62" fmla="*/ 4982942 h 5143500"/>
              <a:gd name="connsiteX63" fmla="*/ 8824736 w 9144000"/>
              <a:gd name="connsiteY63" fmla="*/ 4973892 h 5143500"/>
              <a:gd name="connsiteX64" fmla="*/ 8828555 w 9144000"/>
              <a:gd name="connsiteY64" fmla="*/ 5000074 h 5143500"/>
              <a:gd name="connsiteX65" fmla="*/ 8864844 w 9144000"/>
              <a:gd name="connsiteY65" fmla="*/ 5005785 h 5143500"/>
              <a:gd name="connsiteX66" fmla="*/ 8917844 w 9144000"/>
              <a:gd name="connsiteY66" fmla="*/ 4967697 h 5143500"/>
              <a:gd name="connsiteX67" fmla="*/ 8871510 w 9144000"/>
              <a:gd name="connsiteY67" fmla="*/ 4928600 h 5143500"/>
              <a:gd name="connsiteX68" fmla="*/ 8862940 w 9144000"/>
              <a:gd name="connsiteY68" fmla="*/ 4918674 h 5143500"/>
              <a:gd name="connsiteX69" fmla="*/ 8879165 w 9144000"/>
              <a:gd name="connsiteY69" fmla="*/ 4909630 h 5143500"/>
              <a:gd name="connsiteX70" fmla="*/ 8910198 w 9144000"/>
              <a:gd name="connsiteY70" fmla="*/ 4915341 h 5143500"/>
              <a:gd name="connsiteX71" fmla="*/ 8907332 w 9144000"/>
              <a:gd name="connsiteY71" fmla="*/ 4890582 h 5143500"/>
              <a:gd name="connsiteX72" fmla="*/ 8875337 w 9144000"/>
              <a:gd name="connsiteY72" fmla="*/ 4887252 h 5143500"/>
              <a:gd name="connsiteX73" fmla="*/ 0 w 9144000"/>
              <a:gd name="connsiteY73" fmla="*/ 0 h 5143500"/>
              <a:gd name="connsiteX74" fmla="*/ 9144000 w 9144000"/>
              <a:gd name="connsiteY74" fmla="*/ 0 h 5143500"/>
              <a:gd name="connsiteX75" fmla="*/ 9144000 w 9144000"/>
              <a:gd name="connsiteY75" fmla="*/ 5143500 h 5143500"/>
              <a:gd name="connsiteX76" fmla="*/ 0 w 9144000"/>
              <a:gd name="connsiteY76" fmla="*/ 514350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</a:cxnLst>
            <a:rect l="l" t="t" r="r" b="b"/>
            <a:pathLst>
              <a:path w="9144000" h="5143500">
                <a:moveTo>
                  <a:pt x="8862930" y="4918662"/>
                </a:moveTo>
                <a:lnTo>
                  <a:pt x="8862940" y="4918674"/>
                </a:lnTo>
                <a:lnTo>
                  <a:pt x="8862930" y="4918680"/>
                </a:lnTo>
                <a:close/>
                <a:moveTo>
                  <a:pt x="8757882" y="4908682"/>
                </a:moveTo>
                <a:cubicBezTo>
                  <a:pt x="8775069" y="4908682"/>
                  <a:pt x="8783191" y="4916774"/>
                  <a:pt x="8783191" y="4931060"/>
                </a:cubicBezTo>
                <a:cubicBezTo>
                  <a:pt x="8783191" y="4945821"/>
                  <a:pt x="8776031" y="4955819"/>
                  <a:pt x="8757882" y="4955819"/>
                </a:cubicBezTo>
                <a:lnTo>
                  <a:pt x="8752150" y="4955819"/>
                </a:lnTo>
                <a:lnTo>
                  <a:pt x="8752150" y="4908800"/>
                </a:lnTo>
                <a:cubicBezTo>
                  <a:pt x="8754173" y="4908682"/>
                  <a:pt x="8756087" y="4908682"/>
                  <a:pt x="8757882" y="4908682"/>
                </a:cubicBezTo>
                <a:close/>
                <a:moveTo>
                  <a:pt x="8309514" y="4908682"/>
                </a:moveTo>
                <a:cubicBezTo>
                  <a:pt x="8326702" y="4908682"/>
                  <a:pt x="8334824" y="4916774"/>
                  <a:pt x="8334824" y="4931060"/>
                </a:cubicBezTo>
                <a:cubicBezTo>
                  <a:pt x="8334824" y="4945821"/>
                  <a:pt x="8327663" y="4955819"/>
                  <a:pt x="8309514" y="4955819"/>
                </a:cubicBezTo>
                <a:lnTo>
                  <a:pt x="8303782" y="4955819"/>
                </a:lnTo>
                <a:lnTo>
                  <a:pt x="8303782" y="4908800"/>
                </a:lnTo>
                <a:cubicBezTo>
                  <a:pt x="8305815" y="4908682"/>
                  <a:pt x="8307720" y="4908682"/>
                  <a:pt x="8309514" y="4908682"/>
                </a:cubicBezTo>
                <a:close/>
                <a:moveTo>
                  <a:pt x="8656176" y="4889642"/>
                </a:moveTo>
                <a:lnTo>
                  <a:pt x="8656176" y="5003422"/>
                </a:lnTo>
                <a:lnTo>
                  <a:pt x="8691036" y="5003422"/>
                </a:lnTo>
                <a:lnTo>
                  <a:pt x="8691036" y="4889642"/>
                </a:lnTo>
                <a:close/>
                <a:moveTo>
                  <a:pt x="8575476" y="4889642"/>
                </a:moveTo>
                <a:lnTo>
                  <a:pt x="8575476" y="5003422"/>
                </a:lnTo>
                <a:lnTo>
                  <a:pt x="8638503" y="5003422"/>
                </a:lnTo>
                <a:lnTo>
                  <a:pt x="8643759" y="4980570"/>
                </a:lnTo>
                <a:lnTo>
                  <a:pt x="8610337" y="4980570"/>
                </a:lnTo>
                <a:lnTo>
                  <a:pt x="8610337" y="4889642"/>
                </a:lnTo>
                <a:close/>
                <a:moveTo>
                  <a:pt x="8514839" y="4889642"/>
                </a:moveTo>
                <a:lnTo>
                  <a:pt x="8514839" y="5003422"/>
                </a:lnTo>
                <a:lnTo>
                  <a:pt x="8549700" y="5003422"/>
                </a:lnTo>
                <a:lnTo>
                  <a:pt x="8549700" y="4889642"/>
                </a:lnTo>
                <a:close/>
                <a:moveTo>
                  <a:pt x="8383044" y="4889642"/>
                </a:moveTo>
                <a:lnTo>
                  <a:pt x="8383044" y="5003422"/>
                </a:lnTo>
                <a:lnTo>
                  <a:pt x="8417905" y="5003422"/>
                </a:lnTo>
                <a:lnTo>
                  <a:pt x="8417905" y="4958675"/>
                </a:lnTo>
                <a:lnTo>
                  <a:pt x="8454193" y="4958675"/>
                </a:lnTo>
                <a:lnTo>
                  <a:pt x="8454193" y="5003422"/>
                </a:lnTo>
                <a:lnTo>
                  <a:pt x="8489054" y="5003422"/>
                </a:lnTo>
                <a:lnTo>
                  <a:pt x="8489054" y="4889642"/>
                </a:lnTo>
                <a:lnTo>
                  <a:pt x="8454193" y="4889642"/>
                </a:lnTo>
                <a:lnTo>
                  <a:pt x="8454193" y="4934873"/>
                </a:lnTo>
                <a:lnTo>
                  <a:pt x="8417905" y="4934873"/>
                </a:lnTo>
                <a:lnTo>
                  <a:pt x="8417905" y="4889642"/>
                </a:lnTo>
                <a:close/>
                <a:moveTo>
                  <a:pt x="8759786" y="4887261"/>
                </a:moveTo>
                <a:cubicBezTo>
                  <a:pt x="8745941" y="4887261"/>
                  <a:pt x="8729230" y="4888210"/>
                  <a:pt x="8717289" y="4889642"/>
                </a:cubicBezTo>
                <a:lnTo>
                  <a:pt x="8717289" y="5003422"/>
                </a:lnTo>
                <a:lnTo>
                  <a:pt x="8752150" y="5003422"/>
                </a:lnTo>
                <a:lnTo>
                  <a:pt x="8752150" y="4976282"/>
                </a:lnTo>
                <a:lnTo>
                  <a:pt x="8764566" y="4976282"/>
                </a:lnTo>
                <a:lnTo>
                  <a:pt x="8764566" y="4976291"/>
                </a:lnTo>
                <a:cubicBezTo>
                  <a:pt x="8797037" y="4976291"/>
                  <a:pt x="8817567" y="4959633"/>
                  <a:pt x="8817567" y="4930586"/>
                </a:cubicBezTo>
                <a:cubicBezTo>
                  <a:pt x="8817567" y="4898692"/>
                  <a:pt x="8795599" y="4887261"/>
                  <a:pt x="8759786" y="4887261"/>
                </a:cubicBezTo>
                <a:close/>
                <a:moveTo>
                  <a:pt x="8311428" y="4887261"/>
                </a:moveTo>
                <a:cubicBezTo>
                  <a:pt x="8297583" y="4887261"/>
                  <a:pt x="8280872" y="4888210"/>
                  <a:pt x="8268931" y="4889642"/>
                </a:cubicBezTo>
                <a:lnTo>
                  <a:pt x="8268931" y="5003422"/>
                </a:lnTo>
                <a:lnTo>
                  <a:pt x="8303791" y="5003422"/>
                </a:lnTo>
                <a:lnTo>
                  <a:pt x="8303791" y="4976282"/>
                </a:lnTo>
                <a:lnTo>
                  <a:pt x="8316208" y="4976282"/>
                </a:lnTo>
                <a:lnTo>
                  <a:pt x="8316199" y="4976291"/>
                </a:lnTo>
                <a:cubicBezTo>
                  <a:pt x="8348669" y="4976291"/>
                  <a:pt x="8369199" y="4959633"/>
                  <a:pt x="8369199" y="4930586"/>
                </a:cubicBezTo>
                <a:cubicBezTo>
                  <a:pt x="8369208" y="4898683"/>
                  <a:pt x="8347241" y="4887261"/>
                  <a:pt x="8311428" y="4887261"/>
                </a:cubicBezTo>
                <a:close/>
                <a:moveTo>
                  <a:pt x="8875337" y="4887252"/>
                </a:moveTo>
                <a:cubicBezTo>
                  <a:pt x="8847162" y="4887252"/>
                  <a:pt x="8828069" y="4898318"/>
                  <a:pt x="8828069" y="4921527"/>
                </a:cubicBezTo>
                <a:cubicBezTo>
                  <a:pt x="8828069" y="4961521"/>
                  <a:pt x="8882507" y="4953429"/>
                  <a:pt x="8882507" y="4971994"/>
                </a:cubicBezTo>
                <a:cubicBezTo>
                  <a:pt x="8882507" y="4979137"/>
                  <a:pt x="8877251" y="4982942"/>
                  <a:pt x="8864367" y="4982942"/>
                </a:cubicBezTo>
                <a:cubicBezTo>
                  <a:pt x="8852903" y="4982942"/>
                  <a:pt x="8835239" y="4979137"/>
                  <a:pt x="8824736" y="4973892"/>
                </a:cubicBezTo>
                <a:lnTo>
                  <a:pt x="8828555" y="5000074"/>
                </a:lnTo>
                <a:cubicBezTo>
                  <a:pt x="8839058" y="5003888"/>
                  <a:pt x="8853388" y="5005785"/>
                  <a:pt x="8864844" y="5005785"/>
                </a:cubicBezTo>
                <a:cubicBezTo>
                  <a:pt x="8893972" y="5005785"/>
                  <a:pt x="8917844" y="4996261"/>
                  <a:pt x="8917844" y="4967697"/>
                </a:cubicBezTo>
                <a:cubicBezTo>
                  <a:pt x="8917844" y="4939131"/>
                  <a:pt x="8886955" y="4936008"/>
                  <a:pt x="8871510" y="4928600"/>
                </a:cubicBezTo>
                <a:lnTo>
                  <a:pt x="8862940" y="4918674"/>
                </a:lnTo>
                <a:lnTo>
                  <a:pt x="8879165" y="4909630"/>
                </a:lnTo>
                <a:cubicBezTo>
                  <a:pt x="8890144" y="4909630"/>
                  <a:pt x="8902085" y="4912011"/>
                  <a:pt x="8910198" y="4915341"/>
                </a:cubicBezTo>
                <a:lnTo>
                  <a:pt x="8907332" y="4890582"/>
                </a:lnTo>
                <a:cubicBezTo>
                  <a:pt x="8898257" y="4888675"/>
                  <a:pt x="8890144" y="4887252"/>
                  <a:pt x="8875337" y="4887252"/>
                </a:cubicBezTo>
                <a:close/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vert="horz" wrap="square" lIns="0" tIns="0" rIns="0" bIns="0" spcCol="324000" rtlCol="0" anchor="ctr">
            <a:noAutofit/>
          </a:bodyPr>
          <a:lstStyle>
            <a:lvl1pPr marL="0" indent="0" algn="ctr">
              <a:spcAft>
                <a:spcPts val="0"/>
              </a:spcAft>
              <a:buNone/>
              <a:defRPr lang="en-US" dirty="0"/>
            </a:lvl1pPr>
          </a:lstStyle>
          <a:p>
            <a:pPr marL="0" lvl="0" indent="0" algn="ctr">
              <a:buNone/>
            </a:pP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Click icon to insert your photo OR </a:t>
            </a:r>
            <a:br>
              <a:rPr lang="en-US" noProof="0" dirty="0"/>
            </a:br>
            <a:r>
              <a:rPr lang="en-US" noProof="0" dirty="0"/>
              <a:t>select one from PAL through Templafy 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Then, use “Crop” to recenter and resize </a:t>
            </a:r>
            <a:br>
              <a:rPr lang="en-US" noProof="0" dirty="0"/>
            </a:br>
            <a:r>
              <a:rPr lang="en-US" noProof="0" dirty="0"/>
              <a:t>your image if your subject appears off-center</a:t>
            </a: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Need the white logo? Select “Hide Background Graphics” in the Format Shape pane.</a:t>
            </a:r>
          </a:p>
        </p:txBody>
      </p:sp>
      <p:sp>
        <p:nvSpPr>
          <p:cNvPr id="3" name="Footer Placeholder 11">
            <a:extLst>
              <a:ext uri="{FF2B5EF4-FFF2-40B4-BE49-F238E27FC236}">
                <a16:creationId xmlns:a16="http://schemas.microsoft.com/office/drawing/2014/main" id="{83C774FF-44C9-505B-D3A3-7BDAED31291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502919" y="4928616"/>
            <a:ext cx="237744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4" name="Slide Number Placeholder 12">
            <a:extLst>
              <a:ext uri="{FF2B5EF4-FFF2-40B4-BE49-F238E27FC236}">
                <a16:creationId xmlns:a16="http://schemas.microsoft.com/office/drawing/2014/main" id="{8E634DF2-19D4-5701-B6C3-6993A4076E58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9694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0DDD1-E8FF-476A-B624-711BB78C533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6BD1A-AF4B-4287-A902-BC02DA0820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20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>
      <p:transition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-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8DAE83-C9A1-3CFA-42F6-1FB772A3EA0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6C873-7B4F-45EB-5E38-3E9D0111ED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/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4F1A5FB4-4CD7-A2E4-670C-488F2F85AB4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684" y="395420"/>
            <a:ext cx="1152627" cy="2100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C5DC1B-90D1-16A7-427B-3D24F944CA79}"/>
              </a:ext>
            </a:extLst>
          </p:cNvPr>
          <p:cNvSpPr txBox="1"/>
          <p:nvPr userDrawn="1"/>
        </p:nvSpPr>
        <p:spPr>
          <a:xfrm>
            <a:off x="2028322" y="1833086"/>
            <a:ext cx="5087355" cy="14773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pPr marL="0" indent="0" algn="ctr">
              <a:spcAft>
                <a:spcPts val="600"/>
              </a:spcAft>
              <a:buSzPct val="75000"/>
              <a:buFontTx/>
              <a:buNone/>
            </a:pPr>
            <a:r>
              <a:rPr lang="en-US" sz="9600" b="0" i="0" dirty="0">
                <a:solidFill>
                  <a:schemeClr val="bg1"/>
                </a:solidFill>
                <a:latin typeface="+mj-lt"/>
                <a:cs typeface="Neue Frutiger World Light" panose="020B0403040304020203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02226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6365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8DAE83-C9A1-3CFA-42F6-1FB772A3EA0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02919" y="4928616"/>
            <a:ext cx="5486400" cy="9144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6C873-7B4F-45EB-5E38-3E9D0111ED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82123" y="4928616"/>
            <a:ext cx="199973" cy="91440"/>
          </a:xfrm>
          <a:prstGeom prst="rect">
            <a:avLst/>
          </a:prstGeom>
        </p:spPr>
        <p:txBody>
          <a:bodyPr/>
          <a:lstStyle/>
          <a:p>
            <a:fld id="{A5163908-529D-4A49-892F-D37C4044DFD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4F1A5FB4-4CD7-A2E4-670C-488F2F85AB4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684" y="395420"/>
            <a:ext cx="1152627" cy="2100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B3D22CC-58D4-6B7C-7DAB-99EF135F187D}"/>
              </a:ext>
            </a:extLst>
          </p:cNvPr>
          <p:cNvSpPr txBox="1"/>
          <p:nvPr userDrawn="1"/>
        </p:nvSpPr>
        <p:spPr>
          <a:xfrm>
            <a:off x="2028323" y="1833086"/>
            <a:ext cx="5087355" cy="14773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pPr marL="0" indent="0" algn="ctr">
              <a:spcAft>
                <a:spcPts val="600"/>
              </a:spcAft>
              <a:buSzPct val="75000"/>
              <a:buFontTx/>
              <a:buNone/>
            </a:pPr>
            <a:r>
              <a:rPr lang="en-US" sz="9600" b="0" i="0" dirty="0">
                <a:solidFill>
                  <a:srgbClr val="0B5ED7"/>
                </a:solidFill>
                <a:latin typeface="+mj-lt"/>
                <a:cs typeface="Neue Frutiger World Light" panose="020B0403040304020203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121852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 xmlns:a16="http://schemas.microsoft.com/office/drawing/2014/main" xmlns:a14="http://schemas.microsoft.com/office/drawing/2010/main">
      <p:transition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whi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2140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B97E9A9-1E1C-4B5E-8AF4-C1C99BF6287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18343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79" imgH="478" progId="TCLayout.ActiveDocument.1">
                  <p:embed/>
                </p:oleObj>
              </mc:Choice>
              <mc:Fallback>
                <p:oleObj name="think-cell Slide" r:id="rId4" imgW="479" imgH="47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B97E9A9-1E1C-4B5E-8AF4-C1C99BF628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E061105F-C847-40F9-BFC8-77D41F95297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0089C4"/>
          </a:solidFill>
          <a:ln w="25400" cap="flat" cmpd="sng" algn="ctr">
            <a:solidFill>
              <a:srgbClr val="0089C4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0" i="0" baseline="0">
              <a:latin typeface="Calibri Light" panose="020F0302020204030204" pitchFamily="34" charset="0"/>
              <a:ea typeface="+mj-ea"/>
              <a:cs typeface="+mj-cs"/>
              <a:sym typeface="Calibri Light" panose="020F0302020204030204" pitchFamily="34" charset="0"/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5F9301F-221F-44B2-8F12-C2FBAAF44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51" y="376238"/>
            <a:ext cx="7523937" cy="719137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>
                <a:solidFill>
                  <a:srgbClr val="00629F"/>
                </a:solidFill>
                <a:latin typeface="+mj-lt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2282174-65D2-744A-B154-E872792C7B2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4825" y="1211263"/>
            <a:ext cx="8135939" cy="3484800"/>
          </a:xfrm>
        </p:spPr>
        <p:txBody>
          <a:bodyPr lIns="0" tIns="0" rIns="0" bIns="0" numCol="1" spcCol="270000">
            <a:noAutofit/>
          </a:bodyPr>
          <a:lstStyle>
            <a:lvl1pPr>
              <a:lnSpc>
                <a:spcPct val="100000"/>
              </a:lnSpc>
              <a:defRPr sz="1400" b="0" i="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lnSpc>
                <a:spcPct val="100000"/>
              </a:lnSpc>
              <a:defRPr sz="1200" b="0" i="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2pPr>
            <a:lvl3pPr>
              <a:lnSpc>
                <a:spcPct val="100000"/>
              </a:lnSpc>
              <a:defRPr sz="1050" b="0" i="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3pPr>
            <a:lvl4pPr>
              <a:lnSpc>
                <a:spcPct val="100000"/>
              </a:lnSpc>
              <a:defRPr sz="1000" b="0" i="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4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8387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9846266C-4ECA-426E-AC3C-9C2166215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824" y="1211263"/>
            <a:ext cx="8132765" cy="3484800"/>
          </a:xfrm>
          <a:prstGeom prst="rect">
            <a:avLst/>
          </a:prstGeom>
        </p:spPr>
        <p:txBody>
          <a:bodyPr vert="horz" lIns="0" tIns="0" rIns="0" bIns="0" spcCol="324000" rtlCol="0">
            <a:noAutofit/>
          </a:bodyPr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Title Placeholder 5">
            <a:extLst>
              <a:ext uri="{FF2B5EF4-FFF2-40B4-BE49-F238E27FC236}">
                <a16:creationId xmlns:a16="http://schemas.microsoft.com/office/drawing/2014/main" id="{A0613193-D73A-5A4B-9E3D-2F277B4E0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239" y="376241"/>
            <a:ext cx="8132765" cy="7191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noProof="0" dirty="0"/>
              <a:t>Type your slide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104309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4" r:id="rId1"/>
    <p:sldLayoutId id="2147484075" r:id="rId2"/>
    <p:sldLayoutId id="2147484076" r:id="rId3"/>
    <p:sldLayoutId id="2147484072" r:id="rId4"/>
    <p:sldLayoutId id="2147484073" r:id="rId5"/>
    <p:sldLayoutId id="2147484077" r:id="rId6"/>
    <p:sldLayoutId id="2147484078" r:id="rId7"/>
    <p:sldLayoutId id="2147484079" r:id="rId8"/>
    <p:sldLayoutId id="2147484080" r:id="rId9"/>
    <p:sldLayoutId id="2147484046" r:id="rId10"/>
    <p:sldLayoutId id="2147484047" r:id="rId11"/>
    <p:sldLayoutId id="2147484048" r:id="rId12"/>
    <p:sldLayoutId id="2147484050" r:id="rId13"/>
    <p:sldLayoutId id="2147484049" r:id="rId14"/>
    <p:sldLayoutId id="2147484051" r:id="rId15"/>
    <p:sldLayoutId id="2147484052" r:id="rId16"/>
    <p:sldLayoutId id="2147484053" r:id="rId17"/>
    <p:sldLayoutId id="2147484054" r:id="rId18"/>
    <p:sldLayoutId id="2147484055" r:id="rId19"/>
    <p:sldLayoutId id="2147484056" r:id="rId20"/>
    <p:sldLayoutId id="2147484057" r:id="rId21"/>
    <p:sldLayoutId id="2147484058" r:id="rId22"/>
    <p:sldLayoutId id="2147484032" r:id="rId23"/>
    <p:sldLayoutId id="2147484033" r:id="rId24"/>
    <p:sldLayoutId id="2147484034" r:id="rId25"/>
    <p:sldLayoutId id="2147484035" r:id="rId26"/>
    <p:sldLayoutId id="2147484036" r:id="rId27"/>
    <p:sldLayoutId id="2147484067" r:id="rId28"/>
    <p:sldLayoutId id="2147484068" r:id="rId29"/>
    <p:sldLayoutId id="2147484081" r:id="rId30"/>
    <p:sldLayoutId id="2147484069" r:id="rId31"/>
    <p:sldLayoutId id="2147484082" r:id="rId32"/>
    <p:sldLayoutId id="2147484070" r:id="rId33"/>
    <p:sldLayoutId id="2147484083" r:id="rId34"/>
  </p:sldLayoutIdLst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  <p:hf hdr="0" dt="0"/>
  <p:txStyles>
    <p:titleStyle>
      <a:lvl1pPr algn="l" defTabSz="914354" rtl="0" eaLnBrk="1" latinLnBrk="0" hangingPunct="1">
        <a:lnSpc>
          <a:spcPct val="100000"/>
        </a:lnSpc>
        <a:spcBef>
          <a:spcPct val="0"/>
        </a:spcBef>
        <a:spcAft>
          <a:spcPts val="600"/>
        </a:spcAft>
        <a:buNone/>
        <a:defRPr lang="en-US" sz="2400" kern="1200" smtClean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46304" indent="-146304" algn="l" defTabSz="183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000000"/>
        </a:buClr>
        <a:buSzPct val="75000"/>
        <a:buChar char="•"/>
        <a:defRPr lang="en-US" sz="1400" b="0" i="0" kern="1200" dirty="0">
          <a:solidFill>
            <a:schemeClr val="tx1"/>
          </a:solidFill>
          <a:latin typeface="Calibri" panose="020F0502020204030204" pitchFamily="34" charset="0"/>
          <a:ea typeface="+mn-ea"/>
          <a:cs typeface="Calibri Light" panose="020F0302020204030204" pitchFamily="34" charset="0"/>
        </a:defRPr>
      </a:lvl1pPr>
      <a:lvl2pPr marL="295200" indent="-147600" algn="l" defTabSz="183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000000"/>
        </a:buClr>
        <a:buSzPct val="75000"/>
        <a:buChar char="•"/>
        <a:defRPr lang="en-US" sz="1400" b="0" i="0" kern="1200" dirty="0">
          <a:solidFill>
            <a:schemeClr val="tx1"/>
          </a:solidFill>
          <a:latin typeface="Calibri" panose="020F0502020204030204" pitchFamily="34" charset="0"/>
          <a:ea typeface="+mn-ea"/>
          <a:cs typeface="Calibri Light" panose="020F0302020204030204" pitchFamily="34" charset="0"/>
        </a:defRPr>
      </a:lvl2pPr>
      <a:lvl3pPr marL="442800" indent="-147600" algn="l" defTabSz="183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000000"/>
        </a:buClr>
        <a:buSzPct val="75000"/>
        <a:buChar char="•"/>
        <a:defRPr lang="en-US" sz="1400" b="0" i="0" kern="1200" dirty="0">
          <a:solidFill>
            <a:schemeClr val="tx1"/>
          </a:solidFill>
          <a:latin typeface="Calibri" panose="020F0502020204030204" pitchFamily="34" charset="0"/>
          <a:ea typeface="+mn-ea"/>
          <a:cs typeface="Calibri Light" panose="020F0302020204030204" pitchFamily="34" charset="0"/>
        </a:defRPr>
      </a:lvl3pPr>
      <a:lvl4pPr marL="590400" indent="-147600" algn="l" defTabSz="183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000000"/>
        </a:buClr>
        <a:buSzPct val="75000"/>
        <a:buChar char="•"/>
        <a:defRPr lang="en-US" sz="1400" b="0" i="0" kern="1200" dirty="0">
          <a:solidFill>
            <a:schemeClr val="tx1"/>
          </a:solidFill>
          <a:latin typeface="Calibri" panose="020F0502020204030204" pitchFamily="34" charset="0"/>
          <a:ea typeface="+mn-ea"/>
          <a:cs typeface="Calibri Light" panose="020F0302020204030204" pitchFamily="34" charset="0"/>
        </a:defRPr>
      </a:lvl4pPr>
      <a:lvl5pPr marL="738000" indent="-147600" algn="l" defTabSz="1836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000000"/>
        </a:buClr>
        <a:buSzPct val="75000"/>
        <a:buChar char="•"/>
        <a:defRPr lang="en-IN" sz="1400" kern="1200" dirty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885600" indent="-147600" algn="l" defTabSz="914354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SzPct val="75000"/>
        <a:buChar char="•"/>
        <a:defRPr lang="en-US" sz="1400" kern="1200" dirty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6pPr>
      <a:lvl7pPr marL="1033200" indent="-147600" algn="l" defTabSz="914354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SzPct val="75000"/>
        <a:buChar char="•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7pPr>
      <a:lvl8pPr marL="1180800" indent="-147600" algn="l" defTabSz="914354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SzPct val="75000"/>
        <a:buChar char="•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8pPr>
      <a:lvl9pPr marL="1328400" indent="-147600" algn="l" defTabSz="914354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SzPct val="75000"/>
        <a:buChar char="•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9pPr>
    </p:bodyStyle>
    <p:otherStyle>
      <a:defPPr>
        <a:defRPr lang="de-DE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12" userDrawn="1">
          <p15:clr>
            <a:srgbClr val="A4A3A4"/>
          </p15:clr>
        </p15:guide>
        <p15:guide id="4" orient="horz" pos="228" userDrawn="1">
          <p15:clr>
            <a:srgbClr val="A4A3A4"/>
          </p15:clr>
        </p15:guide>
        <p15:guide id="7" orient="horz" pos="2964" userDrawn="1">
          <p15:clr>
            <a:srgbClr val="A4A3A4"/>
          </p15:clr>
        </p15:guide>
        <p15:guide id="15" orient="horz" pos="1620" userDrawn="1">
          <p15:clr>
            <a:srgbClr val="F26B43"/>
          </p15:clr>
        </p15:guide>
        <p15:guide id="16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41584-F229-D15D-57F4-0C4D45EED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Algorithm</a:t>
            </a:r>
            <a:r>
              <a:rPr lang="nl-NL" dirty="0"/>
              <a:t> at </a:t>
            </a:r>
            <a:r>
              <a:rPr lang="nl-NL" dirty="0" err="1"/>
              <a:t>Alice’s</a:t>
            </a:r>
            <a:r>
              <a:rPr lang="nl-NL" dirty="0"/>
              <a:t> side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FBE4B93-2092-0923-7869-C63BDBF2E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509505"/>
              </p:ext>
            </p:extLst>
          </p:nvPr>
        </p:nvGraphicFramePr>
        <p:xfrm>
          <a:off x="858110" y="828716"/>
          <a:ext cx="6096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0762136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0235154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947178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1222319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079478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2827881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6977985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9036203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NL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209416"/>
                  </a:ext>
                </a:extLst>
              </a:tr>
            </a:tbl>
          </a:graphicData>
        </a:graphic>
      </p:graphicFrame>
      <p:pic>
        <p:nvPicPr>
          <p:cNvPr id="6" name="Picture 4" descr="Box Good Ware Lineal icon">
            <a:extLst>
              <a:ext uri="{FF2B5EF4-FFF2-40B4-BE49-F238E27FC236}">
                <a16:creationId xmlns:a16="http://schemas.microsoft.com/office/drawing/2014/main" id="{508EEF65-3E05-4D17-1D2E-EE8352063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0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ox Good Ware Lineal icon">
            <a:extLst>
              <a:ext uri="{FF2B5EF4-FFF2-40B4-BE49-F238E27FC236}">
                <a16:creationId xmlns:a16="http://schemas.microsoft.com/office/drawing/2014/main" id="{917AF48E-E69C-F596-EFE0-F895F67EE2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8597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Arrow: Right 30">
            <a:extLst>
              <a:ext uri="{FF2B5EF4-FFF2-40B4-BE49-F238E27FC236}">
                <a16:creationId xmlns:a16="http://schemas.microsoft.com/office/drawing/2014/main" id="{BF6C70CC-FDC6-F4B8-1320-B5C731305C62}"/>
              </a:ext>
            </a:extLst>
          </p:cNvPr>
          <p:cNvSpPr/>
          <p:nvPr/>
        </p:nvSpPr>
        <p:spPr>
          <a:xfrm>
            <a:off x="3899575" y="3808288"/>
            <a:ext cx="978408" cy="484632"/>
          </a:xfrm>
          <a:prstGeom prst="rightArrow">
            <a:avLst/>
          </a:prstGeom>
          <a:solidFill>
            <a:srgbClr val="0089C4"/>
          </a:solidFill>
          <a:ln w="25400" cap="flat" cmpd="sng" algn="ctr">
            <a:solidFill>
              <a:srgbClr val="0089C4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EF3AB2-3889-AD39-26A4-C1D798052A20}"/>
              </a:ext>
            </a:extLst>
          </p:cNvPr>
          <p:cNvSpPr txBox="1"/>
          <p:nvPr/>
        </p:nvSpPr>
        <p:spPr>
          <a:xfrm>
            <a:off x="7579422" y="390928"/>
            <a:ext cx="1388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/>
              <a:t>Original bits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EB9410-D872-BD0E-2B87-6A1E468C015D}"/>
              </a:ext>
            </a:extLst>
          </p:cNvPr>
          <p:cNvSpPr txBox="1"/>
          <p:nvPr/>
        </p:nvSpPr>
        <p:spPr>
          <a:xfrm>
            <a:off x="5045903" y="3808288"/>
            <a:ext cx="302768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Parity</a:t>
            </a:r>
            <a:r>
              <a:rPr lang="nl-NL" dirty="0"/>
              <a:t> bit of </a:t>
            </a:r>
            <a:r>
              <a:rPr lang="nl-NL" dirty="0" err="1"/>
              <a:t>outcomes</a:t>
            </a:r>
            <a:r>
              <a:rPr lang="nl-NL" dirty="0"/>
              <a:t> is </a:t>
            </a:r>
            <a:r>
              <a:rPr lang="nl-NL" dirty="0" err="1"/>
              <a:t>communicated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Bob (in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example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parity</a:t>
            </a:r>
            <a:r>
              <a:rPr lang="nl-NL" dirty="0"/>
              <a:t> is 1)</a:t>
            </a:r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66DAC1B2-4240-9630-7676-3FFA41A094B2}"/>
              </a:ext>
            </a:extLst>
          </p:cNvPr>
          <p:cNvSpPr/>
          <p:nvPr/>
        </p:nvSpPr>
        <p:spPr>
          <a:xfrm rot="10800000">
            <a:off x="7090218" y="744406"/>
            <a:ext cx="978408" cy="484632"/>
          </a:xfrm>
          <a:prstGeom prst="rightArrow">
            <a:avLst/>
          </a:prstGeom>
          <a:solidFill>
            <a:srgbClr val="0089C4"/>
          </a:solidFill>
          <a:ln w="25400" cap="flat" cmpd="sng" algn="ctr">
            <a:solidFill>
              <a:srgbClr val="0089C4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9" name="Picture 4" descr="Box Good Ware Lineal icon">
            <a:extLst>
              <a:ext uri="{FF2B5EF4-FFF2-40B4-BE49-F238E27FC236}">
                <a16:creationId xmlns:a16="http://schemas.microsoft.com/office/drawing/2014/main" id="{64480066-B6F7-A4DD-46A3-33390FD3A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0554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Box Good Ware Lineal icon">
            <a:extLst>
              <a:ext uri="{FF2B5EF4-FFF2-40B4-BE49-F238E27FC236}">
                <a16:creationId xmlns:a16="http://schemas.microsoft.com/office/drawing/2014/main" id="{45AFA7E0-C21D-331F-E36A-C1BEA57E5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0341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4" descr="Box Good Ware Lineal icon">
            <a:extLst>
              <a:ext uri="{FF2B5EF4-FFF2-40B4-BE49-F238E27FC236}">
                <a16:creationId xmlns:a16="http://schemas.microsoft.com/office/drawing/2014/main" id="{4BD547C3-4642-B0D5-E997-EF77C64846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8382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ox Good Ware Lineal icon">
            <a:extLst>
              <a:ext uri="{FF2B5EF4-FFF2-40B4-BE49-F238E27FC236}">
                <a16:creationId xmlns:a16="http://schemas.microsoft.com/office/drawing/2014/main" id="{336C0FBF-8748-66A5-85CD-C5B840F3A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6425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Box Good Ware Lineal icon">
            <a:extLst>
              <a:ext uri="{FF2B5EF4-FFF2-40B4-BE49-F238E27FC236}">
                <a16:creationId xmlns:a16="http://schemas.microsoft.com/office/drawing/2014/main" id="{D0729438-5AA9-A904-5ABF-7B58F2E802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4468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4" descr="Box Good Ware Lineal icon">
            <a:extLst>
              <a:ext uri="{FF2B5EF4-FFF2-40B4-BE49-F238E27FC236}">
                <a16:creationId xmlns:a16="http://schemas.microsoft.com/office/drawing/2014/main" id="{A0142686-6B43-1495-71F2-71A1CBBAA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511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960532E-7BE2-A980-8CA9-FD2E8B63880A}"/>
                  </a:ext>
                </a:extLst>
              </p:cNvPr>
              <p:cNvSpPr txBox="1"/>
              <p:nvPr/>
            </p:nvSpPr>
            <p:spPr>
              <a:xfrm>
                <a:off x="3116686" y="3234788"/>
                <a:ext cx="2020745" cy="5031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𝑒𝑣𝑒𝑛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 →0, </m:t>
                          </m:r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nl-NL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𝑜𝑑𝑑</m:t>
                              </m:r>
                              <m:r>
                                <a:rPr lang="nl-NL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→</m:t>
                              </m:r>
                            </m:e>
                          </m:nary>
                          <m:r>
                            <a:rPr lang="nl-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960532E-7BE2-A980-8CA9-FD2E8B6388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686" y="3234788"/>
                <a:ext cx="2020745" cy="503151"/>
              </a:xfrm>
              <a:prstGeom prst="rect">
                <a:avLst/>
              </a:prstGeom>
              <a:blipFill>
                <a:blip r:embed="rId3"/>
                <a:stretch>
                  <a:fillRect l="-31024" t="-152439" r="-28614" b="-209756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A00D2AF4-F06D-A3E0-7585-E7A8517A8F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10008"/>
              </p:ext>
            </p:extLst>
          </p:nvPr>
        </p:nvGraphicFramePr>
        <p:xfrm>
          <a:off x="1079059" y="2324632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0762136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0235154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947178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1222319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079478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2827881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6977985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9036203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209416"/>
                  </a:ext>
                </a:extLst>
              </a:tr>
            </a:tbl>
          </a:graphicData>
        </a:graphic>
      </p:graphicFrame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3B393DC-0C5E-6AE0-9C15-51682F23FFF0}"/>
              </a:ext>
            </a:extLst>
          </p:cNvPr>
          <p:cNvCxnSpPr>
            <a:cxnSpLocks/>
          </p:cNvCxnSpPr>
          <p:nvPr/>
        </p:nvCxnSpPr>
        <p:spPr>
          <a:xfrm flipH="1">
            <a:off x="1216578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A4DEC4D-81EA-FF38-8904-B23614838A2C}"/>
              </a:ext>
            </a:extLst>
          </p:cNvPr>
          <p:cNvCxnSpPr>
            <a:cxnSpLocks/>
          </p:cNvCxnSpPr>
          <p:nvPr/>
        </p:nvCxnSpPr>
        <p:spPr>
          <a:xfrm flipH="1">
            <a:off x="1988535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66A405D-825E-CFF3-AD56-3A062398AE82}"/>
              </a:ext>
            </a:extLst>
          </p:cNvPr>
          <p:cNvCxnSpPr>
            <a:cxnSpLocks/>
          </p:cNvCxnSpPr>
          <p:nvPr/>
        </p:nvCxnSpPr>
        <p:spPr>
          <a:xfrm flipH="1">
            <a:off x="2760492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10AA86B-10D0-516B-F991-A0BC70B4595B}"/>
              </a:ext>
            </a:extLst>
          </p:cNvPr>
          <p:cNvCxnSpPr>
            <a:cxnSpLocks/>
          </p:cNvCxnSpPr>
          <p:nvPr/>
        </p:nvCxnSpPr>
        <p:spPr>
          <a:xfrm flipH="1">
            <a:off x="3532449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D2CAB06-374E-D944-43FB-9A5D4F5A8804}"/>
              </a:ext>
            </a:extLst>
          </p:cNvPr>
          <p:cNvCxnSpPr>
            <a:cxnSpLocks/>
          </p:cNvCxnSpPr>
          <p:nvPr/>
        </p:nvCxnSpPr>
        <p:spPr>
          <a:xfrm flipH="1">
            <a:off x="4304406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D28B787-C591-5179-3D24-33AD200C5A53}"/>
              </a:ext>
            </a:extLst>
          </p:cNvPr>
          <p:cNvCxnSpPr>
            <a:cxnSpLocks/>
          </p:cNvCxnSpPr>
          <p:nvPr/>
        </p:nvCxnSpPr>
        <p:spPr>
          <a:xfrm flipH="1">
            <a:off x="5076363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71A49B8-A0B3-C86C-841A-00BA6F8DADE2}"/>
              </a:ext>
            </a:extLst>
          </p:cNvPr>
          <p:cNvCxnSpPr>
            <a:cxnSpLocks/>
          </p:cNvCxnSpPr>
          <p:nvPr/>
        </p:nvCxnSpPr>
        <p:spPr>
          <a:xfrm flipH="1">
            <a:off x="5848320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55542B4-D348-7156-DA0D-0CE88A986F3E}"/>
              </a:ext>
            </a:extLst>
          </p:cNvPr>
          <p:cNvCxnSpPr>
            <a:cxnSpLocks/>
          </p:cNvCxnSpPr>
          <p:nvPr/>
        </p:nvCxnSpPr>
        <p:spPr>
          <a:xfrm flipH="1">
            <a:off x="6620278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ight Brace 49">
            <a:extLst>
              <a:ext uri="{FF2B5EF4-FFF2-40B4-BE49-F238E27FC236}">
                <a16:creationId xmlns:a16="http://schemas.microsoft.com/office/drawing/2014/main" id="{6CC40E4C-81BE-AE0F-2D77-6FD8D4377D82}"/>
              </a:ext>
            </a:extLst>
          </p:cNvPr>
          <p:cNvSpPr/>
          <p:nvPr/>
        </p:nvSpPr>
        <p:spPr>
          <a:xfrm rot="5400000">
            <a:off x="3721808" y="95091"/>
            <a:ext cx="370840" cy="5571602"/>
          </a:xfrm>
          <a:prstGeom prst="rightBrace">
            <a:avLst/>
          </a:prstGeom>
          <a:ln>
            <a:solidFill>
              <a:srgbClr val="0D0D0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502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A5170-3372-38D6-D36E-B5D311F37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8CD4-BA90-3986-DDB0-E1497AA09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Algorithm</a:t>
            </a:r>
            <a:r>
              <a:rPr lang="nl-NL" dirty="0"/>
              <a:t> at </a:t>
            </a:r>
            <a:r>
              <a:rPr lang="nl-NL" dirty="0" err="1"/>
              <a:t>Bob’s</a:t>
            </a:r>
            <a:r>
              <a:rPr lang="nl-NL" dirty="0"/>
              <a:t> side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7B5C35-B40C-3503-F6C0-C0F3A01AE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731195"/>
              </p:ext>
            </p:extLst>
          </p:nvPr>
        </p:nvGraphicFramePr>
        <p:xfrm>
          <a:off x="1489708" y="828716"/>
          <a:ext cx="6096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0762136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0235154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947178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1222319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079478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2827881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6977985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9036203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209416"/>
                  </a:ext>
                </a:extLst>
              </a:tr>
            </a:tbl>
          </a:graphicData>
        </a:graphic>
      </p:graphicFrame>
      <p:pic>
        <p:nvPicPr>
          <p:cNvPr id="6" name="Picture 4" descr="Box Good Ware Lineal icon">
            <a:extLst>
              <a:ext uri="{FF2B5EF4-FFF2-40B4-BE49-F238E27FC236}">
                <a16:creationId xmlns:a16="http://schemas.microsoft.com/office/drawing/2014/main" id="{A7AD6C43-2336-091D-9786-1B6DC7E9BD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8238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ox Good Ware Lineal icon">
            <a:extLst>
              <a:ext uri="{FF2B5EF4-FFF2-40B4-BE49-F238E27FC236}">
                <a16:creationId xmlns:a16="http://schemas.microsoft.com/office/drawing/2014/main" id="{63537FC1-DF4C-99E9-082F-9D7F2E8439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0195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Arrow: Right 30">
            <a:extLst>
              <a:ext uri="{FF2B5EF4-FFF2-40B4-BE49-F238E27FC236}">
                <a16:creationId xmlns:a16="http://schemas.microsoft.com/office/drawing/2014/main" id="{C42FF442-5E2F-6ACE-0541-9004E2D4098B}"/>
              </a:ext>
            </a:extLst>
          </p:cNvPr>
          <p:cNvSpPr/>
          <p:nvPr/>
        </p:nvSpPr>
        <p:spPr>
          <a:xfrm>
            <a:off x="3899575" y="3808288"/>
            <a:ext cx="978408" cy="484632"/>
          </a:xfrm>
          <a:prstGeom prst="rightArrow">
            <a:avLst/>
          </a:prstGeom>
          <a:solidFill>
            <a:srgbClr val="0089C4"/>
          </a:solidFill>
          <a:ln w="25400" cap="flat" cmpd="sng" algn="ctr">
            <a:solidFill>
              <a:srgbClr val="0089C4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4A3E96-1C4B-1D77-3E8A-7D9308C92B82}"/>
              </a:ext>
            </a:extLst>
          </p:cNvPr>
          <p:cNvSpPr txBox="1"/>
          <p:nvPr/>
        </p:nvSpPr>
        <p:spPr>
          <a:xfrm>
            <a:off x="7812435" y="375074"/>
            <a:ext cx="1114749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/>
              <a:t>Original bits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FF4BCD-5B57-D797-0EAC-EEDCC9874EA7}"/>
              </a:ext>
            </a:extLst>
          </p:cNvPr>
          <p:cNvSpPr txBox="1"/>
          <p:nvPr/>
        </p:nvSpPr>
        <p:spPr>
          <a:xfrm>
            <a:off x="5045903" y="3808288"/>
            <a:ext cx="30276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err="1"/>
              <a:t>Parity</a:t>
            </a:r>
            <a:r>
              <a:rPr lang="nl-NL" dirty="0"/>
              <a:t> bit of </a:t>
            </a:r>
            <a:r>
              <a:rPr lang="nl-NL" dirty="0" err="1"/>
              <a:t>Bob’s</a:t>
            </a:r>
            <a:r>
              <a:rPr lang="nl-NL" dirty="0"/>
              <a:t> </a:t>
            </a:r>
            <a:r>
              <a:rPr lang="nl-NL" dirty="0" err="1"/>
              <a:t>outcomes</a:t>
            </a:r>
            <a:r>
              <a:rPr lang="nl-NL" dirty="0"/>
              <a:t> XOR </a:t>
            </a:r>
            <a:r>
              <a:rPr lang="nl-NL" dirty="0" err="1"/>
              <a:t>Alice’s</a:t>
            </a:r>
            <a:r>
              <a:rPr lang="nl-NL" dirty="0"/>
              <a:t> bit is </a:t>
            </a:r>
            <a:r>
              <a:rPr lang="nl-NL" dirty="0" err="1"/>
              <a:t>Bob’s</a:t>
            </a:r>
            <a:r>
              <a:rPr lang="nl-NL" dirty="0"/>
              <a:t> </a:t>
            </a:r>
            <a:r>
              <a:rPr lang="nl-NL" dirty="0" err="1"/>
              <a:t>guess</a:t>
            </a:r>
            <a:r>
              <a:rPr lang="nl-NL" dirty="0"/>
              <a:t>. In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example</a:t>
            </a:r>
            <a:r>
              <a:rPr lang="nl-NL" dirty="0"/>
              <a:t> </a:t>
            </a:r>
            <a:r>
              <a:rPr lang="nl-NL" dirty="0" err="1"/>
              <a:t>Bob’s</a:t>
            </a:r>
            <a:r>
              <a:rPr lang="nl-NL" dirty="0"/>
              <a:t> </a:t>
            </a:r>
            <a:r>
              <a:rPr lang="nl-NL" dirty="0" err="1"/>
              <a:t>parity</a:t>
            </a:r>
            <a:r>
              <a:rPr lang="nl-NL" dirty="0"/>
              <a:t> is 0 and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Alice’s</a:t>
            </a:r>
            <a:r>
              <a:rPr lang="nl-NL" dirty="0"/>
              <a:t> bit is 1, </a:t>
            </a:r>
            <a:r>
              <a:rPr lang="nl-NL" dirty="0" err="1"/>
              <a:t>so</a:t>
            </a:r>
            <a:r>
              <a:rPr lang="nl-NL" dirty="0"/>
              <a:t> Bob </a:t>
            </a:r>
            <a:r>
              <a:rPr lang="nl-NL" dirty="0" err="1"/>
              <a:t>guesses</a:t>
            </a:r>
            <a:r>
              <a:rPr lang="nl-NL" dirty="0"/>
              <a:t> 1.</a:t>
            </a:r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65884865-7EA5-62F3-9E2C-2D5430893E96}"/>
              </a:ext>
            </a:extLst>
          </p:cNvPr>
          <p:cNvSpPr/>
          <p:nvPr/>
        </p:nvSpPr>
        <p:spPr>
          <a:xfrm rot="10800000">
            <a:off x="7721816" y="744406"/>
            <a:ext cx="978408" cy="484632"/>
          </a:xfrm>
          <a:prstGeom prst="rightArrow">
            <a:avLst/>
          </a:prstGeom>
          <a:solidFill>
            <a:srgbClr val="0089C4"/>
          </a:solidFill>
          <a:ln w="25400" cap="flat" cmpd="sng" algn="ctr">
            <a:solidFill>
              <a:srgbClr val="0089C4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9" name="Picture 4" descr="Box Good Ware Lineal icon">
            <a:extLst>
              <a:ext uri="{FF2B5EF4-FFF2-40B4-BE49-F238E27FC236}">
                <a16:creationId xmlns:a16="http://schemas.microsoft.com/office/drawing/2014/main" id="{A4690DA0-899F-DE31-35A8-05FC2DEE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2152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Box Good Ware Lineal icon">
            <a:extLst>
              <a:ext uri="{FF2B5EF4-FFF2-40B4-BE49-F238E27FC236}">
                <a16:creationId xmlns:a16="http://schemas.microsoft.com/office/drawing/2014/main" id="{2FDAB2D7-F256-D4F7-D745-45662457C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939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4" descr="Box Good Ware Lineal icon">
            <a:extLst>
              <a:ext uri="{FF2B5EF4-FFF2-40B4-BE49-F238E27FC236}">
                <a16:creationId xmlns:a16="http://schemas.microsoft.com/office/drawing/2014/main" id="{E2849F21-862B-614A-492B-116C2C8F9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980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ox Good Ware Lineal icon">
            <a:extLst>
              <a:ext uri="{FF2B5EF4-FFF2-40B4-BE49-F238E27FC236}">
                <a16:creationId xmlns:a16="http://schemas.microsoft.com/office/drawing/2014/main" id="{40BC5302-F8C2-C378-2412-2D4A6A437E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8023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Box Good Ware Lineal icon">
            <a:extLst>
              <a:ext uri="{FF2B5EF4-FFF2-40B4-BE49-F238E27FC236}">
                <a16:creationId xmlns:a16="http://schemas.microsoft.com/office/drawing/2014/main" id="{78803F8D-D71F-8669-DA74-0D1329F3BC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6066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4" descr="Box Good Ware Lineal icon">
            <a:extLst>
              <a:ext uri="{FF2B5EF4-FFF2-40B4-BE49-F238E27FC236}">
                <a16:creationId xmlns:a16="http://schemas.microsoft.com/office/drawing/2014/main" id="{F5403EA5-94BD-FA57-E2A8-302556535D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4109" y="1182095"/>
            <a:ext cx="939877" cy="939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3D54F51-07CC-59E7-FE9B-8336D17E28D5}"/>
                  </a:ext>
                </a:extLst>
              </p:cNvPr>
              <p:cNvSpPr txBox="1"/>
              <p:nvPr/>
            </p:nvSpPr>
            <p:spPr>
              <a:xfrm>
                <a:off x="3116686" y="3234788"/>
                <a:ext cx="2020745" cy="5031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𝑒𝑣𝑒𝑛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 →0, </m:t>
                          </m:r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nl-NL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𝑜𝑑𝑑</m:t>
                              </m:r>
                              <m:r>
                                <a:rPr lang="nl-NL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→</m:t>
                              </m:r>
                            </m:e>
                          </m:nary>
                          <m:r>
                            <a:rPr lang="nl-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3D54F51-07CC-59E7-FE9B-8336D17E2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686" y="3234788"/>
                <a:ext cx="2020745" cy="503151"/>
              </a:xfrm>
              <a:prstGeom prst="rect">
                <a:avLst/>
              </a:prstGeom>
              <a:blipFill>
                <a:blip r:embed="rId3"/>
                <a:stretch>
                  <a:fillRect l="-31024" t="-152439" r="-28614" b="-209756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6F1256D8-0460-4645-8942-FB3843D41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109231"/>
              </p:ext>
            </p:extLst>
          </p:nvPr>
        </p:nvGraphicFramePr>
        <p:xfrm>
          <a:off x="1710657" y="2324632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0762136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0235154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947178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1222319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079478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2827881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6977985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9036203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209416"/>
                  </a:ext>
                </a:extLst>
              </a:tr>
            </a:tbl>
          </a:graphicData>
        </a:graphic>
      </p:graphicFrame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D93FE04-61A4-92D2-060C-68A1C8109B84}"/>
              </a:ext>
            </a:extLst>
          </p:cNvPr>
          <p:cNvCxnSpPr>
            <a:cxnSpLocks/>
          </p:cNvCxnSpPr>
          <p:nvPr/>
        </p:nvCxnSpPr>
        <p:spPr>
          <a:xfrm flipH="1">
            <a:off x="1848176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F7EDB0A-F288-2612-A304-BA665C9E9BE6}"/>
              </a:ext>
            </a:extLst>
          </p:cNvPr>
          <p:cNvCxnSpPr>
            <a:cxnSpLocks/>
          </p:cNvCxnSpPr>
          <p:nvPr/>
        </p:nvCxnSpPr>
        <p:spPr>
          <a:xfrm flipH="1">
            <a:off x="2620133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F5D1CF4-7D0E-6811-CD72-D40862256368}"/>
              </a:ext>
            </a:extLst>
          </p:cNvPr>
          <p:cNvCxnSpPr>
            <a:cxnSpLocks/>
          </p:cNvCxnSpPr>
          <p:nvPr/>
        </p:nvCxnSpPr>
        <p:spPr>
          <a:xfrm flipH="1">
            <a:off x="3392090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2FDF9D9-0758-5EA8-BBD9-6CDA5FF5D0AA}"/>
              </a:ext>
            </a:extLst>
          </p:cNvPr>
          <p:cNvCxnSpPr>
            <a:cxnSpLocks/>
          </p:cNvCxnSpPr>
          <p:nvPr/>
        </p:nvCxnSpPr>
        <p:spPr>
          <a:xfrm flipH="1">
            <a:off x="4164047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87CC7B3-18A9-7BE7-4AF4-45804B5B4927}"/>
              </a:ext>
            </a:extLst>
          </p:cNvPr>
          <p:cNvCxnSpPr>
            <a:cxnSpLocks/>
          </p:cNvCxnSpPr>
          <p:nvPr/>
        </p:nvCxnSpPr>
        <p:spPr>
          <a:xfrm flipH="1">
            <a:off x="4936004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4923689-93B3-9CC5-548B-36CFD0C5877B}"/>
              </a:ext>
            </a:extLst>
          </p:cNvPr>
          <p:cNvCxnSpPr>
            <a:cxnSpLocks/>
          </p:cNvCxnSpPr>
          <p:nvPr/>
        </p:nvCxnSpPr>
        <p:spPr>
          <a:xfrm flipH="1">
            <a:off x="5707961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D479EAB-F98D-A64D-E73B-6296C171E7DD}"/>
              </a:ext>
            </a:extLst>
          </p:cNvPr>
          <p:cNvCxnSpPr>
            <a:cxnSpLocks/>
          </p:cNvCxnSpPr>
          <p:nvPr/>
        </p:nvCxnSpPr>
        <p:spPr>
          <a:xfrm flipH="1">
            <a:off x="6479918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37163DD-C8C5-76DB-3A83-1697540C6A46}"/>
              </a:ext>
            </a:extLst>
          </p:cNvPr>
          <p:cNvCxnSpPr>
            <a:cxnSpLocks/>
          </p:cNvCxnSpPr>
          <p:nvPr/>
        </p:nvCxnSpPr>
        <p:spPr>
          <a:xfrm flipH="1">
            <a:off x="7251876" y="2096574"/>
            <a:ext cx="1" cy="168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ight Brace 49">
            <a:extLst>
              <a:ext uri="{FF2B5EF4-FFF2-40B4-BE49-F238E27FC236}">
                <a16:creationId xmlns:a16="http://schemas.microsoft.com/office/drawing/2014/main" id="{4BE9524C-E90F-E17D-B83D-F64DC29586DC}"/>
              </a:ext>
            </a:extLst>
          </p:cNvPr>
          <p:cNvSpPr/>
          <p:nvPr/>
        </p:nvSpPr>
        <p:spPr>
          <a:xfrm rot="5400000">
            <a:off x="3875212" y="-780292"/>
            <a:ext cx="405024" cy="7288183"/>
          </a:xfrm>
          <a:prstGeom prst="rightBrace">
            <a:avLst/>
          </a:prstGeom>
          <a:ln>
            <a:solidFill>
              <a:srgbClr val="0D0D0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7A0CE71-F038-A196-0027-FF993FFA1E54}"/>
              </a:ext>
            </a:extLst>
          </p:cNvPr>
          <p:cNvGrpSpPr/>
          <p:nvPr/>
        </p:nvGrpSpPr>
        <p:grpSpPr>
          <a:xfrm rot="3442244">
            <a:off x="-264831" y="2021576"/>
            <a:ext cx="2087985" cy="484632"/>
            <a:chOff x="6954473" y="251681"/>
            <a:chExt cx="2087985" cy="484632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E85A3867-818A-6400-8929-283754AD05E8}"/>
                </a:ext>
              </a:extLst>
            </p:cNvPr>
            <p:cNvSpPr/>
            <p:nvPr/>
          </p:nvSpPr>
          <p:spPr>
            <a:xfrm>
              <a:off x="7016774" y="251681"/>
              <a:ext cx="978408" cy="484632"/>
            </a:xfrm>
            <a:prstGeom prst="rightArrow">
              <a:avLst/>
            </a:prstGeom>
            <a:solidFill>
              <a:srgbClr val="0089C4"/>
            </a:solidFill>
            <a:ln w="25400" cap="flat" cmpd="sng" algn="ctr">
              <a:solidFill>
                <a:srgbClr val="0089C4"/>
              </a:solidFill>
              <a:prstDash val="soli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464B4BB-D28A-048D-56B0-C1C41F5291F5}"/>
                </a:ext>
              </a:extLst>
            </p:cNvPr>
            <p:cNvSpPr txBox="1"/>
            <p:nvPr/>
          </p:nvSpPr>
          <p:spPr>
            <a:xfrm>
              <a:off x="6954473" y="290963"/>
              <a:ext cx="20879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dirty="0" err="1">
                  <a:solidFill>
                    <a:schemeClr val="bg1"/>
                  </a:solidFill>
                </a:rPr>
                <a:t>Alice’s</a:t>
              </a:r>
              <a:r>
                <a:rPr lang="nl-NL" dirty="0">
                  <a:solidFill>
                    <a:schemeClr val="bg1"/>
                  </a:solidFill>
                </a:rPr>
                <a:t> bit</a:t>
              </a:r>
            </a:p>
          </p:txBody>
        </p:sp>
      </p:grp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A85D95A-E237-BD21-530A-088A46147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560215"/>
              </p:ext>
            </p:extLst>
          </p:nvPr>
        </p:nvGraphicFramePr>
        <p:xfrm>
          <a:off x="513612" y="2324632"/>
          <a:ext cx="762000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07621365"/>
                    </a:ext>
                  </a:extLst>
                </a:gridCol>
              </a:tblGrid>
              <a:tr h="364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2094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628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00">
        <p:fade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DBUoc6Sy.lkCHWo1uwO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DBUoc6Sy.lkCHWo1uwO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DBUoc6Sy.lkCHWo1uwOA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DBUoc6Sy.lkCHWo1uwOA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DBUoc6Sy.lkCHWo1uwOA"/>
</p:tagLst>
</file>

<file path=ppt/theme/theme1.xml><?xml version="1.0" encoding="utf-8"?>
<a:theme xmlns:a="http://schemas.openxmlformats.org/drawingml/2006/main" name="Slide Master Only: November 2024">
  <a:themeElements>
    <a:clrScheme name="Philips">
      <a:dk1>
        <a:srgbClr val="000000"/>
      </a:dk1>
      <a:lt1>
        <a:srgbClr val="FFFFFF"/>
      </a:lt1>
      <a:dk2>
        <a:srgbClr val="0B5ED7"/>
      </a:dk2>
      <a:lt2>
        <a:srgbClr val="BDF0FF"/>
      </a:lt2>
      <a:accent1>
        <a:srgbClr val="00126E"/>
      </a:accent1>
      <a:accent2>
        <a:srgbClr val="02DA20"/>
      </a:accent2>
      <a:accent3>
        <a:srgbClr val="F85569"/>
      </a:accent3>
      <a:accent4>
        <a:srgbClr val="FFCF50"/>
      </a:accent4>
      <a:accent5>
        <a:srgbClr val="FA8DDC"/>
      </a:accent5>
      <a:accent6>
        <a:srgbClr val="D780FF"/>
      </a:accent6>
      <a:hlink>
        <a:srgbClr val="0B5ED7"/>
      </a:hlink>
      <a:folHlink>
        <a:srgbClr val="0B5ED7"/>
      </a:folHlink>
    </a:clrScheme>
    <a:fontScheme name="Philips (2024)">
      <a:majorFont>
        <a:latin typeface="Calibri Light"/>
        <a:ea typeface="Yu Gothic"/>
        <a:cs typeface=""/>
      </a:majorFont>
      <a:minorFont>
        <a:latin typeface="Calibri"/>
        <a:ea typeface="Yu Gothic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25400" cap="flat" cmpd="sng" algn="ctr">
          <a:noFill/>
          <a:prstDash val="solid"/>
        </a:ln>
        <a:effectLst/>
      </a:spPr>
      <a:bodyPr lIns="90000" tIns="46800" rIns="90000" bIns="46800" rtlCol="0" anchor="ctr"/>
      <a:lstStyle>
        <a:defPPr algn="ctr">
          <a:spcAft>
            <a:spcPts val="600"/>
          </a:spcAft>
          <a:defRPr sz="14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>
          <a:noFill/>
        </a:ln>
      </a:spPr>
      <a:bodyPr wrap="none" lIns="90000" tIns="46800" rIns="90000" bIns="46800" rtlCol="0">
        <a:spAutoFit/>
      </a:bodyPr>
      <a:lstStyle>
        <a:defPPr marL="0" indent="0" algn="l">
          <a:spcAft>
            <a:spcPts val="600"/>
          </a:spcAft>
          <a:buSzPct val="75000"/>
          <a:buNone/>
          <a:defRPr sz="1400" dirty="0" smtClean="0"/>
        </a:defPPr>
      </a:lstStyle>
    </a:txDef>
  </a:objectDefaults>
  <a:extraClrSchemeLst/>
  <a:custClrLst>
    <a:custClr name="Light Blue">
      <a:srgbClr val="BDF0FF"/>
    </a:custClr>
    <a:custClr name="Light Aqua">
      <a:srgbClr val="9CF6FB"/>
    </a:custClr>
    <a:custClr name="Light Green">
      <a:srgbClr val="ADFFB5"/>
    </a:custClr>
    <a:custClr name="Light Gold">
      <a:srgbClr val="FCFCC2"/>
    </a:custClr>
    <a:custClr name="Light Coral">
      <a:srgbClr val="FFDEDB"/>
    </a:custClr>
    <a:custClr name="Light Pink">
      <a:srgbClr val="FFE5F9"/>
    </a:custClr>
    <a:custClr name="Light Purple">
      <a:srgbClr val="F1DEFC"/>
    </a:custClr>
    <a:custClr name="White">
      <a:srgbClr val="FFFFFF"/>
    </a:custClr>
    <a:custClr name="White">
      <a:srgbClr val="FFFFFF"/>
    </a:custClr>
    <a:custClr name="White">
      <a:srgbClr val="FFFFFF"/>
    </a:custClr>
    <a:custClr name="Philips Blue">
      <a:srgbClr val="0B5ED7"/>
    </a:custClr>
    <a:custClr name="Aqua">
      <a:srgbClr val="02ABB1"/>
    </a:custClr>
    <a:custClr name="Green">
      <a:srgbClr val="02DA21"/>
    </a:custClr>
    <a:custClr name="Gold">
      <a:srgbClr val="FFCF50"/>
    </a:custClr>
    <a:custClr name="Coral">
      <a:srgbClr val="F85569"/>
    </a:custClr>
    <a:custClr name="Pink">
      <a:srgbClr val="FA8DDC"/>
    </a:custClr>
    <a:custClr name="Purple">
      <a:srgbClr val="D780FF"/>
    </a:custClr>
    <a:custClr name="White">
      <a:srgbClr val="FFFFFF"/>
    </a:custClr>
    <a:custClr name="White">
      <a:srgbClr val="FFFFFF"/>
    </a:custClr>
    <a:custClr name="White">
      <a:srgbClr val="FFFFFF"/>
    </a:custClr>
    <a:custClr name="Dark Blue">
      <a:srgbClr val="00126E"/>
    </a:custClr>
    <a:custClr name="Dark Aqua">
      <a:srgbClr val="00666F"/>
    </a:custClr>
    <a:custClr name="Dark Green">
      <a:srgbClr val="008800"/>
    </a:custClr>
    <a:custClr name="Dark Gold">
      <a:srgbClr val="FCA708"/>
    </a:custClr>
    <a:custClr name="Dark Coral">
      <a:srgbClr val="D43F44"/>
    </a:custClr>
    <a:custClr name="Dark Pink">
      <a:srgbClr val="DB0383"/>
    </a:custClr>
    <a:custClr name="Dark Purple">
      <a:srgbClr val="A80DF2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ACTIVE edits_JULY 15 VisID template" id="{6786F5D1-4757-F140-90A2-1887A2078D1A}" vid="{E537A740-66BA-B049-9B06-A6174F937CA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DA48BB3-A2F8-5147-98FB-30E02B1C7AEF}">
  <we:reference id="54c7af0c-5b65-49a9-ab86-f2a8a4690127" version="2.0.0.3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TemplafyFormConfiguration><![CDATA[{"formFields":[],"formDataEntries":[]}]]></TemplafyFormConfiguration>
</file>

<file path=customXml/item2.xml><?xml version="1.0" encoding="utf-8"?>
<TemplafyTemplateConfiguration><![CDATA[{"elementsMetadata":[],"transformationConfigurations":[],"templateName":"Philips Master Template (updated margins)","templateDescription":"","enableDocumentContentUpdater":false,"version":"2.0"}]]></TemplafyTemplateConfiguration>
</file>

<file path=customXml/itemProps1.xml><?xml version="1.0" encoding="utf-8"?>
<ds:datastoreItem xmlns:ds="http://schemas.openxmlformats.org/officeDocument/2006/customXml" ds:itemID="{758FF650-907C-428F-AD7B-6BA9D849A6CB}">
  <ds:schemaRefs/>
</ds:datastoreItem>
</file>

<file path=customXml/itemProps2.xml><?xml version="1.0" encoding="utf-8"?>
<ds:datastoreItem xmlns:ds="http://schemas.openxmlformats.org/officeDocument/2006/customXml" ds:itemID="{BFBCB3F7-860C-40CC-8532-A042390E68D6}">
  <ds:schemaRefs/>
</ds:datastoreItem>
</file>

<file path=docMetadata/LabelInfo.xml><?xml version="1.0" encoding="utf-8"?>
<clbl:labelList xmlns:clbl="http://schemas.microsoft.com/office/2020/mipLabelMetadata">
  <clbl:label id="{1a407a2d-7675-4d17-8692-b3ac285306e4}" enabled="0" method="" siteId="{1a407a2d-7675-4d17-8692-b3ac285306e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97</Words>
  <Application>Microsoft Office PowerPoint</Application>
  <PresentationFormat>On-screen Show (16:9)</PresentationFormat>
  <Paragraphs>42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Calibri</vt:lpstr>
      <vt:lpstr>Calibri Light</vt:lpstr>
      <vt:lpstr>Cambria Math</vt:lpstr>
      <vt:lpstr>Slide Master Only: November 2024</vt:lpstr>
      <vt:lpstr>think-cell Slide</vt:lpstr>
      <vt:lpstr>Algorithm at Alice’s side</vt:lpstr>
      <vt:lpstr>Algorithm at Bob’s side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Philips Corporate PowerPoint Template</dc:title>
  <dc:subject/>
  <dc:creator>Hendriks, Rob</dc:creator>
  <cp:keywords/>
  <dc:description/>
  <cp:lastModifiedBy>Hendriks, Rob</cp:lastModifiedBy>
  <cp:revision>2</cp:revision>
  <dcterms:created xsi:type="dcterms:W3CDTF">2025-09-06T05:07:06Z</dcterms:created>
  <dcterms:modified xsi:type="dcterms:W3CDTF">2026-01-21T07:48:53Z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2025-09-05T06:54:52</vt:lpwstr>
  </property>
  <property fmtid="{D5CDD505-2E9C-101B-9397-08002B2CF9AE}" pid="3" name="TemplafyTenantId">
    <vt:lpwstr>philips</vt:lpwstr>
  </property>
  <property fmtid="{D5CDD505-2E9C-101B-9397-08002B2CF9AE}" pid="4" name="TemplafyTemplateId">
    <vt:lpwstr>1267840776996651068</vt:lpwstr>
  </property>
  <property fmtid="{D5CDD505-2E9C-101B-9397-08002B2CF9AE}" pid="5" name="TemplafyUserProfileId">
    <vt:lpwstr>637652993277589542</vt:lpwstr>
  </property>
  <property fmtid="{D5CDD505-2E9C-101B-9397-08002B2CF9AE}" pid="6" name="TemplafyFromBlank">
    <vt:bool>true</vt:bool>
  </property>
</Properties>
</file>