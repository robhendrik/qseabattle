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11" r:id="rId3"/>
  </p:sldMasterIdLst>
  <p:notesMasterIdLst>
    <p:notesMasterId r:id="rId6"/>
  </p:notesMasterIdLst>
  <p:handoutMasterIdLst>
    <p:handoutMasterId r:id="rId7"/>
  </p:handoutMasterIdLst>
  <p:sldIdLst>
    <p:sldId id="425" r:id="rId4"/>
    <p:sldId id="426" r:id="rId5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D53F028-A2E4-E24B-A222-7DB4617B18BB}">
          <p14:sldIdLst>
            <p14:sldId id="425"/>
            <p14:sldId id="42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FDB"/>
    <a:srgbClr val="FFE050"/>
    <a:srgbClr val="FFED5E"/>
    <a:srgbClr val="02ABB1"/>
    <a:srgbClr val="00666F"/>
    <a:srgbClr val="FCFCC2"/>
    <a:srgbClr val="ADF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B7993D-4481-4681-9BE1-D0312531B530}" v="21" dt="2026-01-29T17:52:46.8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017" autoAdjust="0"/>
  </p:normalViewPr>
  <p:slideViewPr>
    <p:cSldViewPr snapToGrid="0">
      <p:cViewPr varScale="1">
        <p:scale>
          <a:sx n="64" d="100"/>
          <a:sy n="64" d="100"/>
        </p:scale>
        <p:origin x="2030" y="360"/>
      </p:cViewPr>
      <p:guideLst>
        <p:guide orient="horz" pos="1620"/>
        <p:guide pos="2880"/>
      </p:guideLst>
    </p:cSldViewPr>
  </p:slideViewPr>
  <p:outlineViewPr>
    <p:cViewPr>
      <p:scale>
        <a:sx n="70" d="100"/>
        <a:sy n="70" d="100"/>
      </p:scale>
      <p:origin x="-80" y="-501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4292"/>
    </p:cViewPr>
  </p:sorterViewPr>
  <p:notesViewPr>
    <p:cSldViewPr snapToGrid="0" showGuides="1">
      <p:cViewPr>
        <p:scale>
          <a:sx n="109" d="100"/>
          <a:sy n="109" d="100"/>
        </p:scale>
        <p:origin x="3666" y="456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Master" Target="slideMasters/slideMaster1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driks, Rob" userId="c1397476-51d7-416b-9276-de9da7a1b8a6" providerId="ADAL" clId="{5530228B-0BD8-451E-BAD1-66B9143C59C5}"/>
    <pc:docChg chg="undo custSel modSld modMainMaster">
      <pc:chgData name="Hendriks, Rob" userId="c1397476-51d7-416b-9276-de9da7a1b8a6" providerId="ADAL" clId="{5530228B-0BD8-451E-BAD1-66B9143C59C5}" dt="2026-01-29T17:53:26.755" v="76" actId="1076"/>
      <pc:docMkLst>
        <pc:docMk/>
      </pc:docMkLst>
      <pc:sldChg chg="addSp modSp mod">
        <pc:chgData name="Hendriks, Rob" userId="c1397476-51d7-416b-9276-de9da7a1b8a6" providerId="ADAL" clId="{5530228B-0BD8-451E-BAD1-66B9143C59C5}" dt="2026-01-29T17:53:26.755" v="76" actId="1076"/>
        <pc:sldMkLst>
          <pc:docMk/>
          <pc:sldMk cId="3106502544" sldId="425"/>
        </pc:sldMkLst>
        <pc:spChg chg="mod">
          <ac:chgData name="Hendriks, Rob" userId="c1397476-51d7-416b-9276-de9da7a1b8a6" providerId="ADAL" clId="{5530228B-0BD8-451E-BAD1-66B9143C59C5}" dt="2026-01-02T14:27:48.230" v="0" actId="20577"/>
          <ac:spMkLst>
            <pc:docMk/>
            <pc:sldMk cId="3106502544" sldId="425"/>
            <ac:spMk id="2" creationId="{12041584-F229-D15D-57F4-0C4D45EED130}"/>
          </ac:spMkLst>
        </pc:spChg>
        <pc:spChg chg="add mod">
          <ac:chgData name="Hendriks, Rob" userId="c1397476-51d7-416b-9276-de9da7a1b8a6" providerId="ADAL" clId="{5530228B-0BD8-451E-BAD1-66B9143C59C5}" dt="2026-01-29T15:49:04.054" v="22"/>
          <ac:spMkLst>
            <pc:docMk/>
            <pc:sldMk cId="3106502544" sldId="425"/>
            <ac:spMk id="3" creationId="{AC6573CA-B0E8-FDC3-D907-AEA481CF29A2}"/>
          </ac:spMkLst>
        </pc:spChg>
        <pc:spChg chg="mod">
          <ac:chgData name="Hendriks, Rob" userId="c1397476-51d7-416b-9276-de9da7a1b8a6" providerId="ADAL" clId="{5530228B-0BD8-451E-BAD1-66B9143C59C5}" dt="2026-01-02T14:30:51.170" v="8" actId="20577"/>
          <ac:spMkLst>
            <pc:docMk/>
            <pc:sldMk cId="3106502544" sldId="425"/>
            <ac:spMk id="14" creationId="{94FF2ED6-6B6F-0D9E-56AB-50AE71020DFA}"/>
          </ac:spMkLst>
        </pc:spChg>
        <pc:spChg chg="mod">
          <ac:chgData name="Hendriks, Rob" userId="c1397476-51d7-416b-9276-de9da7a1b8a6" providerId="ADAL" clId="{5530228B-0BD8-451E-BAD1-66B9143C59C5}" dt="2026-01-02T14:30:53.644" v="10" actId="20577"/>
          <ac:spMkLst>
            <pc:docMk/>
            <pc:sldMk cId="3106502544" sldId="425"/>
            <ac:spMk id="15" creationId="{B749BBC8-F0C9-083D-0D48-0B632202D211}"/>
          </ac:spMkLst>
        </pc:spChg>
        <pc:spChg chg="add mod">
          <ac:chgData name="Hendriks, Rob" userId="c1397476-51d7-416b-9276-de9da7a1b8a6" providerId="ADAL" clId="{5530228B-0BD8-451E-BAD1-66B9143C59C5}" dt="2026-01-29T15:49:04.054" v="22"/>
          <ac:spMkLst>
            <pc:docMk/>
            <pc:sldMk cId="3106502544" sldId="425"/>
            <ac:spMk id="19" creationId="{A58E6245-44A5-46B2-CB34-EF4B50DFCCDD}"/>
          </ac:spMkLst>
        </pc:spChg>
        <pc:spChg chg="mod">
          <ac:chgData name="Hendriks, Rob" userId="c1397476-51d7-416b-9276-de9da7a1b8a6" providerId="ADAL" clId="{5530228B-0BD8-451E-BAD1-66B9143C59C5}" dt="2026-01-29T17:52:31.031" v="56" actId="1035"/>
          <ac:spMkLst>
            <pc:docMk/>
            <pc:sldMk cId="3106502544" sldId="425"/>
            <ac:spMk id="21" creationId="{23FAAA42-9FF4-6FE0-97E3-644D3D606460}"/>
          </ac:spMkLst>
        </pc:spChg>
        <pc:spChg chg="mod">
          <ac:chgData name="Hendriks, Rob" userId="c1397476-51d7-416b-9276-de9da7a1b8a6" providerId="ADAL" clId="{5530228B-0BD8-451E-BAD1-66B9143C59C5}" dt="2026-01-29T15:49:12.519" v="25" actId="164"/>
          <ac:spMkLst>
            <pc:docMk/>
            <pc:sldMk cId="3106502544" sldId="425"/>
            <ac:spMk id="22" creationId="{3A274794-DAE0-987C-88E2-B93CE1561F14}"/>
          </ac:spMkLst>
        </pc:spChg>
        <pc:spChg chg="mod">
          <ac:chgData name="Hendriks, Rob" userId="c1397476-51d7-416b-9276-de9da7a1b8a6" providerId="ADAL" clId="{5530228B-0BD8-451E-BAD1-66B9143C59C5}" dt="2026-01-29T15:49:12.519" v="25" actId="164"/>
          <ac:spMkLst>
            <pc:docMk/>
            <pc:sldMk cId="3106502544" sldId="425"/>
            <ac:spMk id="23" creationId="{1C85508F-AA38-D277-16B6-895DE582BE35}"/>
          </ac:spMkLst>
        </pc:spChg>
        <pc:spChg chg="mod">
          <ac:chgData name="Hendriks, Rob" userId="c1397476-51d7-416b-9276-de9da7a1b8a6" providerId="ADAL" clId="{5530228B-0BD8-451E-BAD1-66B9143C59C5}" dt="2026-01-29T17:52:31.031" v="56" actId="1035"/>
          <ac:spMkLst>
            <pc:docMk/>
            <pc:sldMk cId="3106502544" sldId="425"/>
            <ac:spMk id="27" creationId="{6FA407F0-BBB3-6B24-51E9-2FADD528D71D}"/>
          </ac:spMkLst>
        </pc:spChg>
        <pc:spChg chg="mod">
          <ac:chgData name="Hendriks, Rob" userId="c1397476-51d7-416b-9276-de9da7a1b8a6" providerId="ADAL" clId="{5530228B-0BD8-451E-BAD1-66B9143C59C5}" dt="2026-01-29T17:52:31.031" v="56" actId="1035"/>
          <ac:spMkLst>
            <pc:docMk/>
            <pc:sldMk cId="3106502544" sldId="425"/>
            <ac:spMk id="28" creationId="{F0237666-3ECC-D1E7-73E7-E1547790912B}"/>
          </ac:spMkLst>
        </pc:spChg>
        <pc:spChg chg="mod">
          <ac:chgData name="Hendriks, Rob" userId="c1397476-51d7-416b-9276-de9da7a1b8a6" providerId="ADAL" clId="{5530228B-0BD8-451E-BAD1-66B9143C59C5}" dt="2026-01-29T17:52:31.031" v="56" actId="1035"/>
          <ac:spMkLst>
            <pc:docMk/>
            <pc:sldMk cId="3106502544" sldId="425"/>
            <ac:spMk id="29" creationId="{54330084-CB8E-CF14-4ECF-2D17E6033645}"/>
          </ac:spMkLst>
        </pc:spChg>
        <pc:spChg chg="mod">
          <ac:chgData name="Hendriks, Rob" userId="c1397476-51d7-416b-9276-de9da7a1b8a6" providerId="ADAL" clId="{5530228B-0BD8-451E-BAD1-66B9143C59C5}" dt="2026-01-29T17:52:39.241" v="59" actId="1076"/>
          <ac:spMkLst>
            <pc:docMk/>
            <pc:sldMk cId="3106502544" sldId="425"/>
            <ac:spMk id="31" creationId="{BF6C70CC-FDC6-F4B8-1320-B5C731305C62}"/>
          </ac:spMkLst>
        </pc:spChg>
        <pc:spChg chg="mod">
          <ac:chgData name="Hendriks, Rob" userId="c1397476-51d7-416b-9276-de9da7a1b8a6" providerId="ADAL" clId="{5530228B-0BD8-451E-BAD1-66B9143C59C5}" dt="2026-01-29T17:53:26.755" v="76" actId="1076"/>
          <ac:spMkLst>
            <pc:docMk/>
            <pc:sldMk cId="3106502544" sldId="425"/>
            <ac:spMk id="33" creationId="{D7EB9410-D872-BD0E-2B87-6A1E468C015D}"/>
          </ac:spMkLst>
        </pc:spChg>
        <pc:spChg chg="mod">
          <ac:chgData name="Hendriks, Rob" userId="c1397476-51d7-416b-9276-de9da7a1b8a6" providerId="ADAL" clId="{5530228B-0BD8-451E-BAD1-66B9143C59C5}" dt="2026-01-29T17:52:31.031" v="56" actId="1035"/>
          <ac:spMkLst>
            <pc:docMk/>
            <pc:sldMk cId="3106502544" sldId="425"/>
            <ac:spMk id="36" creationId="{C9F2F379-A8D3-4254-B798-90BFEF442C61}"/>
          </ac:spMkLst>
        </pc:spChg>
        <pc:spChg chg="mod">
          <ac:chgData name="Hendriks, Rob" userId="c1397476-51d7-416b-9276-de9da7a1b8a6" providerId="ADAL" clId="{5530228B-0BD8-451E-BAD1-66B9143C59C5}" dt="2026-01-29T17:52:31.031" v="56" actId="1035"/>
          <ac:spMkLst>
            <pc:docMk/>
            <pc:sldMk cId="3106502544" sldId="425"/>
            <ac:spMk id="37" creationId="{352995A6-6D6A-62C2-81ED-BFDED936D0AB}"/>
          </ac:spMkLst>
        </pc:spChg>
        <pc:spChg chg="add mod">
          <ac:chgData name="Hendriks, Rob" userId="c1397476-51d7-416b-9276-de9da7a1b8a6" providerId="ADAL" clId="{5530228B-0BD8-451E-BAD1-66B9143C59C5}" dt="2026-01-29T17:52:31.031" v="56" actId="1035"/>
          <ac:spMkLst>
            <pc:docMk/>
            <pc:sldMk cId="3106502544" sldId="425"/>
            <ac:spMk id="38" creationId="{087C602B-01F8-05DD-D264-3F22E3C51FEF}"/>
          </ac:spMkLst>
        </pc:spChg>
        <pc:spChg chg="add mod">
          <ac:chgData name="Hendriks, Rob" userId="c1397476-51d7-416b-9276-de9da7a1b8a6" providerId="ADAL" clId="{5530228B-0BD8-451E-BAD1-66B9143C59C5}" dt="2026-01-29T17:53:13.147" v="69" actId="1037"/>
          <ac:spMkLst>
            <pc:docMk/>
            <pc:sldMk cId="3106502544" sldId="425"/>
            <ac:spMk id="39" creationId="{01BB3F7D-3A25-2467-CEA7-B599F97BCE51}"/>
          </ac:spMkLst>
        </pc:spChg>
        <pc:spChg chg="mod">
          <ac:chgData name="Hendriks, Rob" userId="c1397476-51d7-416b-9276-de9da7a1b8a6" providerId="ADAL" clId="{5530228B-0BD8-451E-BAD1-66B9143C59C5}" dt="2026-01-29T17:52:31.031" v="56" actId="1035"/>
          <ac:spMkLst>
            <pc:docMk/>
            <pc:sldMk cId="3106502544" sldId="425"/>
            <ac:spMk id="41" creationId="{7AFE55BB-4F0F-530C-90E7-87E49FA71924}"/>
          </ac:spMkLst>
        </pc:spChg>
        <pc:spChg chg="mod">
          <ac:chgData name="Hendriks, Rob" userId="c1397476-51d7-416b-9276-de9da7a1b8a6" providerId="ADAL" clId="{5530228B-0BD8-451E-BAD1-66B9143C59C5}" dt="2026-01-29T17:52:31.031" v="56" actId="1035"/>
          <ac:spMkLst>
            <pc:docMk/>
            <pc:sldMk cId="3106502544" sldId="425"/>
            <ac:spMk id="42" creationId="{5551D40E-F93D-6855-E2C9-FE71E7FC719C}"/>
          </ac:spMkLst>
        </pc:spChg>
        <pc:grpChg chg="add mod">
          <ac:chgData name="Hendriks, Rob" userId="c1397476-51d7-416b-9276-de9da7a1b8a6" providerId="ADAL" clId="{5530228B-0BD8-451E-BAD1-66B9143C59C5}" dt="2026-01-29T15:49:17.758" v="26" actId="1076"/>
          <ac:grpSpMkLst>
            <pc:docMk/>
            <pc:sldMk cId="3106502544" sldId="425"/>
            <ac:grpSpMk id="20" creationId="{82917617-5FDA-B028-92D9-ACBFB71021FB}"/>
          </ac:grpSpMkLst>
        </pc:grpChg>
        <pc:grpChg chg="add mod">
          <ac:chgData name="Hendriks, Rob" userId="c1397476-51d7-416b-9276-de9da7a1b8a6" providerId="ADAL" clId="{5530228B-0BD8-451E-BAD1-66B9143C59C5}" dt="2026-01-29T17:46:11.154" v="34" actId="1076"/>
          <ac:grpSpMkLst>
            <pc:docMk/>
            <pc:sldMk cId="3106502544" sldId="425"/>
            <ac:grpSpMk id="35" creationId="{B99B4632-66C8-A4CD-1BAE-479A2C091A59}"/>
          </ac:grpSpMkLst>
        </pc:grpChg>
        <pc:grpChg chg="add mod">
          <ac:chgData name="Hendriks, Rob" userId="c1397476-51d7-416b-9276-de9da7a1b8a6" providerId="ADAL" clId="{5530228B-0BD8-451E-BAD1-66B9143C59C5}" dt="2026-01-29T17:53:10.381" v="67" actId="1076"/>
          <ac:grpSpMkLst>
            <pc:docMk/>
            <pc:sldMk cId="3106502544" sldId="425"/>
            <ac:grpSpMk id="40" creationId="{688DDA48-991F-2C38-5894-E39DBC333761}"/>
          </ac:grpSpMkLst>
        </pc:grpChg>
        <pc:graphicFrameChg chg="add mod modGraphic">
          <ac:chgData name="Hendriks, Rob" userId="c1397476-51d7-416b-9276-de9da7a1b8a6" providerId="ADAL" clId="{5530228B-0BD8-451E-BAD1-66B9143C59C5}" dt="2026-01-29T17:53:16.779" v="74" actId="1037"/>
          <ac:graphicFrameMkLst>
            <pc:docMk/>
            <pc:sldMk cId="3106502544" sldId="425"/>
            <ac:graphicFrameMk id="43" creationId="{504648DE-D8EE-48E1-75A0-937E8E5B1D39}"/>
          </ac:graphicFrameMkLst>
        </pc:graphicFrameChg>
        <pc:picChg chg="mod">
          <ac:chgData name="Hendriks, Rob" userId="c1397476-51d7-416b-9276-de9da7a1b8a6" providerId="ADAL" clId="{5530228B-0BD8-451E-BAD1-66B9143C59C5}" dt="2026-01-29T17:52:46.805" v="65" actId="1037"/>
          <ac:picMkLst>
            <pc:docMk/>
            <pc:sldMk cId="3106502544" sldId="425"/>
            <ac:picMk id="13" creationId="{F9CF2CE4-4097-CF07-DD5E-E9C19339F455}"/>
          </ac:picMkLst>
        </pc:picChg>
      </pc:sldChg>
      <pc:sldChg chg="modSp mod">
        <pc:chgData name="Hendriks, Rob" userId="c1397476-51d7-416b-9276-de9da7a1b8a6" providerId="ADAL" clId="{5530228B-0BD8-451E-BAD1-66B9143C59C5}" dt="2026-01-02T14:31:34.106" v="16" actId="20577"/>
        <pc:sldMkLst>
          <pc:docMk/>
          <pc:sldMk cId="1148510786" sldId="426"/>
        </pc:sldMkLst>
        <pc:spChg chg="mod">
          <ac:chgData name="Hendriks, Rob" userId="c1397476-51d7-416b-9276-de9da7a1b8a6" providerId="ADAL" clId="{5530228B-0BD8-451E-BAD1-66B9143C59C5}" dt="2026-01-02T14:27:59.044" v="6" actId="20577"/>
          <ac:spMkLst>
            <pc:docMk/>
            <pc:sldMk cId="1148510786" sldId="426"/>
            <ac:spMk id="2" creationId="{12041584-F229-D15D-57F4-0C4D45EED130}"/>
          </ac:spMkLst>
        </pc:spChg>
        <pc:spChg chg="mod">
          <ac:chgData name="Hendriks, Rob" userId="c1397476-51d7-416b-9276-de9da7a1b8a6" providerId="ADAL" clId="{5530228B-0BD8-451E-BAD1-66B9143C59C5}" dt="2026-01-02T14:31:34.106" v="16" actId="20577"/>
          <ac:spMkLst>
            <pc:docMk/>
            <pc:sldMk cId="1148510786" sldId="426"/>
            <ac:spMk id="19" creationId="{1D25479F-3E17-DBB0-BFD3-7D59638927B7}"/>
          </ac:spMkLst>
        </pc:spChg>
        <pc:spChg chg="mod">
          <ac:chgData name="Hendriks, Rob" userId="c1397476-51d7-416b-9276-de9da7a1b8a6" providerId="ADAL" clId="{5530228B-0BD8-451E-BAD1-66B9143C59C5}" dt="2026-01-02T14:31:29.482" v="15" actId="20577"/>
          <ac:spMkLst>
            <pc:docMk/>
            <pc:sldMk cId="1148510786" sldId="426"/>
            <ac:spMk id="20" creationId="{56F02389-EF7D-9E2B-8CD7-90FCB719EC81}"/>
          </ac:spMkLst>
        </pc:spChg>
      </pc:sldChg>
      <pc:sldMasterChg chg="delSp modSp mod">
        <pc:chgData name="Hendriks, Rob" userId="c1397476-51d7-416b-9276-de9da7a1b8a6" providerId="ADAL" clId="{5530228B-0BD8-451E-BAD1-66B9143C59C5}" dt="2026-01-02T14:32:34.458" v="21" actId="478"/>
        <pc:sldMasterMkLst>
          <pc:docMk/>
          <pc:sldMasterMk cId="1043098441" sldId="2147484011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8487FA-FF84-1B5E-CCCB-2A088FAB92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177DAF-43A1-58DD-E748-93BE0ACB5B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44211C-4A9E-8C4C-97BD-75A74A820AC7}" type="datetimeFigureOut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1/29/2026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04EE5-42B0-7389-3EEA-8484AE07F1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68BA1-9C50-DD81-9DB3-53BBF5BA2C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AC1E4-93AF-6C46-A091-93B307E81D8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399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533895C0-2991-1741-81AF-563E5518032A}" type="datetimeFigureOut">
              <a:rPr lang="en-US" smtClean="0"/>
              <a:pPr/>
              <a:t>1/29/2026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9875E972-9F07-2B4C-A7FE-11ACC38BEE9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74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508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 (vertical logo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2C8AFC2-36E4-52EC-B86B-1DDFCE2421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513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5E74CAA-EA60-CED8-13BE-2CFDF3D286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729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B44A6A6-80D1-A231-5BCE-9159D9EAB6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808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92513AC-DD08-E431-BEF0-0302DD1975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265EDB1-2D49-0860-F31E-C48BA83356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71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0454C2E0-1A4D-C3BC-8805-19BA074B45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048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16="http://schemas.microsoft.com/office/drawing/2014/main"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(vertical log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B67DB58-F737-AC10-CC1C-15DBD6E977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78A8BD4-EC83-5206-5C7B-605BC11D3A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6B5CCBC-2A7F-98C5-9D8E-0D0149E666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803C9-3B4E-EB3B-6029-7BDE048835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43539-EB41-4C14-53EF-2935F6D07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and black logo&#10;&#10;Description automatically generated">
            <a:extLst>
              <a:ext uri="{FF2B5EF4-FFF2-40B4-BE49-F238E27FC236}">
                <a16:creationId xmlns:a16="http://schemas.microsoft.com/office/drawing/2014/main" id="{84AA1B72-4063-89DB-D076-1E2338DCA0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661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16="http://schemas.microsoft.com/office/drawing/2014/main"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blue (vertical logo)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A8230AB-B9C3-ABB7-8E09-DB40160FB8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337A30B-E80E-D3BE-EC18-C70BD71A60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9404725-0715-5DAD-58B4-34C44B0565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DEFDCC6-A291-B654-EC74-B2F7A352C2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63D59C3-AC2B-8821-72FE-690F065F5B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4F4C1511-F04E-7339-FC99-C7CDCAF0384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341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16="http://schemas.microsoft.com/office/drawing/2014/main"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solidFill>
          <a:srgbClr val="0B5E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A6EBA-0B6D-29E9-8810-D683D76E52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513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1FFB978-6F2E-5049-5D74-33430B16B3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729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56F195D-D283-0223-500A-2A7F2FFBD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808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790E38-98FA-70A9-4EE5-722204681B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2920" y="2743214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B3D7AC3-F347-3071-2181-D9C053A942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2426750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1A35D731-0B11-06EA-0894-958EC48E12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43" y="494551"/>
            <a:ext cx="8162712" cy="14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94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16="http://schemas.microsoft.com/office/drawing/2014/main"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7312E4E-DC5C-89CF-7901-9D7696F5D2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2FCA5D-44C5-0E96-A4ED-D15CBC06B9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A46E337-3DA0-B0D4-133A-AB8C2FAAE9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436B09D-E480-1E38-A7DC-3421B3A1D2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2920" y="2743200"/>
            <a:ext cx="605028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EF22C47-0608-FFD6-A0EF-7FC8A20898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2423160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2ACDB9F0-E4A4-8202-89B5-AB6BCF94BD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43" y="494551"/>
            <a:ext cx="8162712" cy="14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16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5810408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4A21B94C-7C28-C49E-8A73-7BB8D32C62D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EE367FA-0013-3CCF-0C7D-DDEC90BC56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324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23AE83-3E3B-92E1-FB70-9FBDAA6BCC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5304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471E571-6560-C923-2D4C-1DA9F62DE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5D577A7-4438-51B9-1408-E3E654B19A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418FC48-F21F-8519-D2D8-2885B0BD65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7BE3BDF-77FD-FD36-ABA6-BBC1A344EE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1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p15="http://schemas.microsoft.com/office/powerpoint/2012/main" xmlns:a14="http://schemas.microsoft.com/office/drawing/2010/main" xmlns:v="urn:schemas-microsoft-com:vml" xmlns:a16="http://schemas.microsoft.com/office/drawing/2014/main"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6207919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06FA6940-81B4-5F30-47C8-908F58E0B43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C9B2CB8-AACA-A98F-4406-A49710FED3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318B85E-CB3F-F750-5606-E0E20DA5ED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DEE87C9-58F0-1BD5-F424-DF9A5B09F0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0305E62-8667-FC12-E707-F92FB3964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2B8A9A7-64E0-C36E-31F7-BE506AC64A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6" name="Picture 15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A9543EE3-B6C8-50A7-7410-B4C6D0EE32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0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p15="http://schemas.microsoft.com/office/powerpoint/2012/main" xmlns:a14="http://schemas.microsoft.com/office/drawing/2010/main" xmlns:v="urn:schemas-microsoft-com:vml" xmlns:a16="http://schemas.microsoft.com/office/drawing/2014/main"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light blue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5E12D76E-01D3-07B0-1D56-2358A148957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CB24236-CADB-7354-060A-BE0EB20144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909AA42-874F-29D2-A2E8-5F92C25F88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6E9C10D-3E78-9EB7-56B2-E9F1089398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48CCF44-10C0-C55C-9440-4D098E5BE8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8224E75-DFDC-5E03-C79D-82F76B43E9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B9D51D7F-AFCE-8C5D-DC4D-4792772F499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5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p15="http://schemas.microsoft.com/office/powerpoint/2012/main" xmlns:a14="http://schemas.microsoft.com/office/drawing/2010/main" xmlns:v="urn:schemas-microsoft-com:vml" xmlns:a16="http://schemas.microsoft.com/office/drawing/2014/main"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dark blue">
    <p:bg>
      <p:bgPr>
        <a:solidFill>
          <a:srgbClr val="0012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9482034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683DEB3E-7F85-179F-44C9-A5EF66E3060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5C7F54A-F913-36F3-2F31-734BCB4E15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F9C8156-A911-51E4-C6BC-A3CEFA732A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C4D7B7A-CA4A-233C-C20B-00C100B44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E874D61-3A86-BE22-8DE1-7D0B805C6F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1EBC91-9963-A82F-09DB-9FD3761D75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2" name="Picture 1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3B491AB6-7AFB-564D-92F4-42298A0191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57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p15="http://schemas.microsoft.com/office/powerpoint/2012/main" xmlns:a14="http://schemas.microsoft.com/office/drawing/2010/main" xmlns:v="urn:schemas-microsoft-com:vml" xmlns:a16="http://schemas.microsoft.com/office/drawing/2014/main"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nd 1/2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4D4ADBDF-40DC-0727-7500-3CB2AD52979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4290930 w 4572000"/>
              <a:gd name="connsiteY0" fmla="*/ 4918662 h 5143500"/>
              <a:gd name="connsiteX1" fmla="*/ 4290937 w 4572000"/>
              <a:gd name="connsiteY1" fmla="*/ 4918670 h 5143500"/>
              <a:gd name="connsiteX2" fmla="*/ 4290930 w 4572000"/>
              <a:gd name="connsiteY2" fmla="*/ 4918680 h 5143500"/>
              <a:gd name="connsiteX3" fmla="*/ 4185882 w 4572000"/>
              <a:gd name="connsiteY3" fmla="*/ 4908682 h 5143500"/>
              <a:gd name="connsiteX4" fmla="*/ 4211191 w 4572000"/>
              <a:gd name="connsiteY4" fmla="*/ 4931060 h 5143500"/>
              <a:gd name="connsiteX5" fmla="*/ 4185882 w 4572000"/>
              <a:gd name="connsiteY5" fmla="*/ 4955819 h 5143500"/>
              <a:gd name="connsiteX6" fmla="*/ 4180150 w 4572000"/>
              <a:gd name="connsiteY6" fmla="*/ 4955819 h 5143500"/>
              <a:gd name="connsiteX7" fmla="*/ 4180150 w 4572000"/>
              <a:gd name="connsiteY7" fmla="*/ 4908800 h 5143500"/>
              <a:gd name="connsiteX8" fmla="*/ 4185882 w 4572000"/>
              <a:gd name="connsiteY8" fmla="*/ 4908682 h 5143500"/>
              <a:gd name="connsiteX9" fmla="*/ 3737514 w 4572000"/>
              <a:gd name="connsiteY9" fmla="*/ 4908682 h 5143500"/>
              <a:gd name="connsiteX10" fmla="*/ 3762824 w 4572000"/>
              <a:gd name="connsiteY10" fmla="*/ 4931060 h 5143500"/>
              <a:gd name="connsiteX11" fmla="*/ 3737514 w 4572000"/>
              <a:gd name="connsiteY11" fmla="*/ 4955819 h 5143500"/>
              <a:gd name="connsiteX12" fmla="*/ 3731782 w 4572000"/>
              <a:gd name="connsiteY12" fmla="*/ 4955819 h 5143500"/>
              <a:gd name="connsiteX13" fmla="*/ 3731782 w 4572000"/>
              <a:gd name="connsiteY13" fmla="*/ 4908800 h 5143500"/>
              <a:gd name="connsiteX14" fmla="*/ 3737514 w 4572000"/>
              <a:gd name="connsiteY14" fmla="*/ 4908682 h 5143500"/>
              <a:gd name="connsiteX15" fmla="*/ 4084176 w 4572000"/>
              <a:gd name="connsiteY15" fmla="*/ 4889642 h 5143500"/>
              <a:gd name="connsiteX16" fmla="*/ 4084176 w 4572000"/>
              <a:gd name="connsiteY16" fmla="*/ 5003422 h 5143500"/>
              <a:gd name="connsiteX17" fmla="*/ 4119036 w 4572000"/>
              <a:gd name="connsiteY17" fmla="*/ 5003422 h 5143500"/>
              <a:gd name="connsiteX18" fmla="*/ 4119036 w 4572000"/>
              <a:gd name="connsiteY18" fmla="*/ 4889642 h 5143500"/>
              <a:gd name="connsiteX19" fmla="*/ 4003476 w 4572000"/>
              <a:gd name="connsiteY19" fmla="*/ 4889642 h 5143500"/>
              <a:gd name="connsiteX20" fmla="*/ 4003476 w 4572000"/>
              <a:gd name="connsiteY20" fmla="*/ 5003422 h 5143500"/>
              <a:gd name="connsiteX21" fmla="*/ 4066503 w 4572000"/>
              <a:gd name="connsiteY21" fmla="*/ 5003422 h 5143500"/>
              <a:gd name="connsiteX22" fmla="*/ 4071759 w 4572000"/>
              <a:gd name="connsiteY22" fmla="*/ 4980570 h 5143500"/>
              <a:gd name="connsiteX23" fmla="*/ 4038337 w 4572000"/>
              <a:gd name="connsiteY23" fmla="*/ 4980570 h 5143500"/>
              <a:gd name="connsiteX24" fmla="*/ 4038337 w 4572000"/>
              <a:gd name="connsiteY24" fmla="*/ 4889642 h 5143500"/>
              <a:gd name="connsiteX25" fmla="*/ 3942839 w 4572000"/>
              <a:gd name="connsiteY25" fmla="*/ 4889642 h 5143500"/>
              <a:gd name="connsiteX26" fmla="*/ 3942839 w 4572000"/>
              <a:gd name="connsiteY26" fmla="*/ 5003422 h 5143500"/>
              <a:gd name="connsiteX27" fmla="*/ 3977700 w 4572000"/>
              <a:gd name="connsiteY27" fmla="*/ 5003422 h 5143500"/>
              <a:gd name="connsiteX28" fmla="*/ 3977700 w 4572000"/>
              <a:gd name="connsiteY28" fmla="*/ 4889642 h 5143500"/>
              <a:gd name="connsiteX29" fmla="*/ 3811044 w 4572000"/>
              <a:gd name="connsiteY29" fmla="*/ 4889642 h 5143500"/>
              <a:gd name="connsiteX30" fmla="*/ 3811044 w 4572000"/>
              <a:gd name="connsiteY30" fmla="*/ 5003422 h 5143500"/>
              <a:gd name="connsiteX31" fmla="*/ 3845905 w 4572000"/>
              <a:gd name="connsiteY31" fmla="*/ 5003422 h 5143500"/>
              <a:gd name="connsiteX32" fmla="*/ 3845905 w 4572000"/>
              <a:gd name="connsiteY32" fmla="*/ 4958675 h 5143500"/>
              <a:gd name="connsiteX33" fmla="*/ 3882193 w 4572000"/>
              <a:gd name="connsiteY33" fmla="*/ 4958675 h 5143500"/>
              <a:gd name="connsiteX34" fmla="*/ 3882193 w 4572000"/>
              <a:gd name="connsiteY34" fmla="*/ 5003422 h 5143500"/>
              <a:gd name="connsiteX35" fmla="*/ 3917054 w 4572000"/>
              <a:gd name="connsiteY35" fmla="*/ 5003422 h 5143500"/>
              <a:gd name="connsiteX36" fmla="*/ 3917054 w 4572000"/>
              <a:gd name="connsiteY36" fmla="*/ 4889642 h 5143500"/>
              <a:gd name="connsiteX37" fmla="*/ 3882193 w 4572000"/>
              <a:gd name="connsiteY37" fmla="*/ 4889642 h 5143500"/>
              <a:gd name="connsiteX38" fmla="*/ 3882193 w 4572000"/>
              <a:gd name="connsiteY38" fmla="*/ 4934873 h 5143500"/>
              <a:gd name="connsiteX39" fmla="*/ 3845905 w 4572000"/>
              <a:gd name="connsiteY39" fmla="*/ 4934873 h 5143500"/>
              <a:gd name="connsiteX40" fmla="*/ 3845905 w 4572000"/>
              <a:gd name="connsiteY40" fmla="*/ 4889642 h 5143500"/>
              <a:gd name="connsiteX41" fmla="*/ 4187786 w 4572000"/>
              <a:gd name="connsiteY41" fmla="*/ 4887261 h 5143500"/>
              <a:gd name="connsiteX42" fmla="*/ 4145289 w 4572000"/>
              <a:gd name="connsiteY42" fmla="*/ 4889642 h 5143500"/>
              <a:gd name="connsiteX43" fmla="*/ 4145289 w 4572000"/>
              <a:gd name="connsiteY43" fmla="*/ 5003422 h 5143500"/>
              <a:gd name="connsiteX44" fmla="*/ 4180150 w 4572000"/>
              <a:gd name="connsiteY44" fmla="*/ 5003422 h 5143500"/>
              <a:gd name="connsiteX45" fmla="*/ 4180150 w 4572000"/>
              <a:gd name="connsiteY45" fmla="*/ 4976282 h 5143500"/>
              <a:gd name="connsiteX46" fmla="*/ 4192566 w 4572000"/>
              <a:gd name="connsiteY46" fmla="*/ 4976282 h 5143500"/>
              <a:gd name="connsiteX47" fmla="*/ 4192566 w 4572000"/>
              <a:gd name="connsiteY47" fmla="*/ 4976291 h 5143500"/>
              <a:gd name="connsiteX48" fmla="*/ 4245567 w 4572000"/>
              <a:gd name="connsiteY48" fmla="*/ 4930586 h 5143500"/>
              <a:gd name="connsiteX49" fmla="*/ 4187786 w 4572000"/>
              <a:gd name="connsiteY49" fmla="*/ 4887261 h 5143500"/>
              <a:gd name="connsiteX50" fmla="*/ 3739428 w 4572000"/>
              <a:gd name="connsiteY50" fmla="*/ 4887261 h 5143500"/>
              <a:gd name="connsiteX51" fmla="*/ 3696931 w 4572000"/>
              <a:gd name="connsiteY51" fmla="*/ 4889642 h 5143500"/>
              <a:gd name="connsiteX52" fmla="*/ 3696931 w 4572000"/>
              <a:gd name="connsiteY52" fmla="*/ 5003422 h 5143500"/>
              <a:gd name="connsiteX53" fmla="*/ 3731791 w 4572000"/>
              <a:gd name="connsiteY53" fmla="*/ 5003422 h 5143500"/>
              <a:gd name="connsiteX54" fmla="*/ 3731791 w 4572000"/>
              <a:gd name="connsiteY54" fmla="*/ 4976282 h 5143500"/>
              <a:gd name="connsiteX55" fmla="*/ 3744208 w 4572000"/>
              <a:gd name="connsiteY55" fmla="*/ 4976282 h 5143500"/>
              <a:gd name="connsiteX56" fmla="*/ 3744199 w 4572000"/>
              <a:gd name="connsiteY56" fmla="*/ 4976291 h 5143500"/>
              <a:gd name="connsiteX57" fmla="*/ 3797199 w 4572000"/>
              <a:gd name="connsiteY57" fmla="*/ 4930586 h 5143500"/>
              <a:gd name="connsiteX58" fmla="*/ 3739428 w 4572000"/>
              <a:gd name="connsiteY58" fmla="*/ 4887261 h 5143500"/>
              <a:gd name="connsiteX59" fmla="*/ 4303337 w 4572000"/>
              <a:gd name="connsiteY59" fmla="*/ 4887252 h 5143500"/>
              <a:gd name="connsiteX60" fmla="*/ 4256069 w 4572000"/>
              <a:gd name="connsiteY60" fmla="*/ 4921527 h 5143500"/>
              <a:gd name="connsiteX61" fmla="*/ 4310507 w 4572000"/>
              <a:gd name="connsiteY61" fmla="*/ 4971994 h 5143500"/>
              <a:gd name="connsiteX62" fmla="*/ 4292367 w 4572000"/>
              <a:gd name="connsiteY62" fmla="*/ 4982942 h 5143500"/>
              <a:gd name="connsiteX63" fmla="*/ 4252736 w 4572000"/>
              <a:gd name="connsiteY63" fmla="*/ 4973892 h 5143500"/>
              <a:gd name="connsiteX64" fmla="*/ 4256555 w 4572000"/>
              <a:gd name="connsiteY64" fmla="*/ 5000074 h 5143500"/>
              <a:gd name="connsiteX65" fmla="*/ 4292844 w 4572000"/>
              <a:gd name="connsiteY65" fmla="*/ 5005785 h 5143500"/>
              <a:gd name="connsiteX66" fmla="*/ 4345844 w 4572000"/>
              <a:gd name="connsiteY66" fmla="*/ 4967697 h 5143500"/>
              <a:gd name="connsiteX67" fmla="*/ 4299510 w 4572000"/>
              <a:gd name="connsiteY67" fmla="*/ 4928600 h 5143500"/>
              <a:gd name="connsiteX68" fmla="*/ 4290937 w 4572000"/>
              <a:gd name="connsiteY68" fmla="*/ 4918670 h 5143500"/>
              <a:gd name="connsiteX69" fmla="*/ 4295287 w 4572000"/>
              <a:gd name="connsiteY69" fmla="*/ 4911836 h 5143500"/>
              <a:gd name="connsiteX70" fmla="*/ 4307165 w 4572000"/>
              <a:gd name="connsiteY70" fmla="*/ 4909630 h 5143500"/>
              <a:gd name="connsiteX71" fmla="*/ 4338198 w 4572000"/>
              <a:gd name="connsiteY71" fmla="*/ 4915341 h 5143500"/>
              <a:gd name="connsiteX72" fmla="*/ 4335332 w 4572000"/>
              <a:gd name="connsiteY72" fmla="*/ 4890582 h 5143500"/>
              <a:gd name="connsiteX73" fmla="*/ 4303337 w 4572000"/>
              <a:gd name="connsiteY73" fmla="*/ 4887252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4572000" h="5143500">
                <a:moveTo>
                  <a:pt x="4290930" y="4918662"/>
                </a:moveTo>
                <a:lnTo>
                  <a:pt x="4290937" y="4918670"/>
                </a:lnTo>
                <a:lnTo>
                  <a:pt x="4290930" y="4918680"/>
                </a:lnTo>
                <a:close/>
                <a:moveTo>
                  <a:pt x="4185882" y="4908682"/>
                </a:moveTo>
                <a:cubicBezTo>
                  <a:pt x="4203069" y="4908682"/>
                  <a:pt x="4211191" y="4916774"/>
                  <a:pt x="4211191" y="4931060"/>
                </a:cubicBezTo>
                <a:cubicBezTo>
                  <a:pt x="4211191" y="4945821"/>
                  <a:pt x="4204031" y="4955819"/>
                  <a:pt x="4185882" y="4955819"/>
                </a:cubicBezTo>
                <a:lnTo>
                  <a:pt x="4180150" y="4955819"/>
                </a:lnTo>
                <a:lnTo>
                  <a:pt x="4180150" y="4908800"/>
                </a:lnTo>
                <a:cubicBezTo>
                  <a:pt x="4182173" y="4908682"/>
                  <a:pt x="4184087" y="4908682"/>
                  <a:pt x="4185882" y="4908682"/>
                </a:cubicBezTo>
                <a:close/>
                <a:moveTo>
                  <a:pt x="3737514" y="4908682"/>
                </a:moveTo>
                <a:cubicBezTo>
                  <a:pt x="3754702" y="4908682"/>
                  <a:pt x="3762824" y="4916774"/>
                  <a:pt x="3762824" y="4931060"/>
                </a:cubicBezTo>
                <a:cubicBezTo>
                  <a:pt x="3762824" y="4945821"/>
                  <a:pt x="3755663" y="4955819"/>
                  <a:pt x="3737514" y="4955819"/>
                </a:cubicBezTo>
                <a:lnTo>
                  <a:pt x="3731782" y="4955819"/>
                </a:lnTo>
                <a:lnTo>
                  <a:pt x="3731782" y="4908800"/>
                </a:lnTo>
                <a:cubicBezTo>
                  <a:pt x="3733815" y="4908682"/>
                  <a:pt x="3735720" y="4908682"/>
                  <a:pt x="3737514" y="4908682"/>
                </a:cubicBezTo>
                <a:close/>
                <a:moveTo>
                  <a:pt x="4084176" y="4889642"/>
                </a:moveTo>
                <a:lnTo>
                  <a:pt x="4084176" y="5003422"/>
                </a:lnTo>
                <a:lnTo>
                  <a:pt x="4119036" y="5003422"/>
                </a:lnTo>
                <a:lnTo>
                  <a:pt x="4119036" y="4889642"/>
                </a:lnTo>
                <a:close/>
                <a:moveTo>
                  <a:pt x="4003476" y="4889642"/>
                </a:moveTo>
                <a:lnTo>
                  <a:pt x="4003476" y="5003422"/>
                </a:lnTo>
                <a:lnTo>
                  <a:pt x="4066503" y="5003422"/>
                </a:lnTo>
                <a:lnTo>
                  <a:pt x="4071759" y="4980570"/>
                </a:lnTo>
                <a:lnTo>
                  <a:pt x="4038337" y="4980570"/>
                </a:lnTo>
                <a:lnTo>
                  <a:pt x="4038337" y="4889642"/>
                </a:lnTo>
                <a:close/>
                <a:moveTo>
                  <a:pt x="3942839" y="4889642"/>
                </a:moveTo>
                <a:lnTo>
                  <a:pt x="3942839" y="5003422"/>
                </a:lnTo>
                <a:lnTo>
                  <a:pt x="3977700" y="5003422"/>
                </a:lnTo>
                <a:lnTo>
                  <a:pt x="3977700" y="4889642"/>
                </a:lnTo>
                <a:close/>
                <a:moveTo>
                  <a:pt x="3811044" y="4889642"/>
                </a:moveTo>
                <a:lnTo>
                  <a:pt x="3811044" y="5003422"/>
                </a:lnTo>
                <a:lnTo>
                  <a:pt x="3845905" y="5003422"/>
                </a:lnTo>
                <a:lnTo>
                  <a:pt x="3845905" y="4958675"/>
                </a:lnTo>
                <a:lnTo>
                  <a:pt x="3882193" y="4958675"/>
                </a:lnTo>
                <a:lnTo>
                  <a:pt x="3882193" y="5003422"/>
                </a:lnTo>
                <a:lnTo>
                  <a:pt x="3917054" y="5003422"/>
                </a:lnTo>
                <a:lnTo>
                  <a:pt x="3917054" y="4889642"/>
                </a:lnTo>
                <a:lnTo>
                  <a:pt x="3882193" y="4889642"/>
                </a:lnTo>
                <a:lnTo>
                  <a:pt x="3882193" y="4934873"/>
                </a:lnTo>
                <a:lnTo>
                  <a:pt x="3845905" y="4934873"/>
                </a:lnTo>
                <a:lnTo>
                  <a:pt x="3845905" y="4889642"/>
                </a:lnTo>
                <a:close/>
                <a:moveTo>
                  <a:pt x="4187786" y="4887261"/>
                </a:moveTo>
                <a:cubicBezTo>
                  <a:pt x="4173941" y="4887261"/>
                  <a:pt x="4157230" y="4888210"/>
                  <a:pt x="4145289" y="4889642"/>
                </a:cubicBezTo>
                <a:lnTo>
                  <a:pt x="4145289" y="5003422"/>
                </a:lnTo>
                <a:lnTo>
                  <a:pt x="4180150" y="5003422"/>
                </a:lnTo>
                <a:lnTo>
                  <a:pt x="4180150" y="4976282"/>
                </a:lnTo>
                <a:lnTo>
                  <a:pt x="4192566" y="4976282"/>
                </a:lnTo>
                <a:lnTo>
                  <a:pt x="4192566" y="4976291"/>
                </a:lnTo>
                <a:cubicBezTo>
                  <a:pt x="4225037" y="4976291"/>
                  <a:pt x="4245567" y="4959633"/>
                  <a:pt x="4245567" y="4930586"/>
                </a:cubicBezTo>
                <a:cubicBezTo>
                  <a:pt x="4245567" y="4898692"/>
                  <a:pt x="4223599" y="4887261"/>
                  <a:pt x="4187786" y="4887261"/>
                </a:cubicBezTo>
                <a:close/>
                <a:moveTo>
                  <a:pt x="3739428" y="4887261"/>
                </a:moveTo>
                <a:cubicBezTo>
                  <a:pt x="3725583" y="4887261"/>
                  <a:pt x="3708872" y="4888210"/>
                  <a:pt x="3696931" y="4889642"/>
                </a:cubicBezTo>
                <a:lnTo>
                  <a:pt x="3696931" y="5003422"/>
                </a:lnTo>
                <a:lnTo>
                  <a:pt x="3731791" y="5003422"/>
                </a:lnTo>
                <a:lnTo>
                  <a:pt x="3731791" y="4976282"/>
                </a:lnTo>
                <a:lnTo>
                  <a:pt x="3744208" y="4976282"/>
                </a:lnTo>
                <a:lnTo>
                  <a:pt x="3744199" y="4976291"/>
                </a:lnTo>
                <a:cubicBezTo>
                  <a:pt x="3776669" y="4976291"/>
                  <a:pt x="3797199" y="4959633"/>
                  <a:pt x="3797199" y="4930586"/>
                </a:cubicBezTo>
                <a:cubicBezTo>
                  <a:pt x="3797208" y="4898683"/>
                  <a:pt x="3775241" y="4887261"/>
                  <a:pt x="3739428" y="4887261"/>
                </a:cubicBezTo>
                <a:close/>
                <a:moveTo>
                  <a:pt x="4303337" y="4887252"/>
                </a:moveTo>
                <a:cubicBezTo>
                  <a:pt x="4275162" y="4887252"/>
                  <a:pt x="4256069" y="4898318"/>
                  <a:pt x="4256069" y="4921527"/>
                </a:cubicBezTo>
                <a:cubicBezTo>
                  <a:pt x="4256069" y="4961521"/>
                  <a:pt x="4310507" y="4953429"/>
                  <a:pt x="4310507" y="4971994"/>
                </a:cubicBezTo>
                <a:cubicBezTo>
                  <a:pt x="4310507" y="4979137"/>
                  <a:pt x="4305251" y="4982942"/>
                  <a:pt x="4292367" y="4982942"/>
                </a:cubicBezTo>
                <a:cubicBezTo>
                  <a:pt x="4280903" y="4982942"/>
                  <a:pt x="4263239" y="4979137"/>
                  <a:pt x="4252736" y="4973892"/>
                </a:cubicBezTo>
                <a:lnTo>
                  <a:pt x="4256555" y="5000074"/>
                </a:lnTo>
                <a:cubicBezTo>
                  <a:pt x="4267058" y="5003888"/>
                  <a:pt x="4281388" y="5005785"/>
                  <a:pt x="4292844" y="5005785"/>
                </a:cubicBezTo>
                <a:cubicBezTo>
                  <a:pt x="4321972" y="5005785"/>
                  <a:pt x="4345844" y="4996261"/>
                  <a:pt x="4345844" y="4967697"/>
                </a:cubicBezTo>
                <a:cubicBezTo>
                  <a:pt x="4345844" y="4939131"/>
                  <a:pt x="4314955" y="4936008"/>
                  <a:pt x="4299510" y="4928600"/>
                </a:cubicBezTo>
                <a:lnTo>
                  <a:pt x="4290937" y="4918670"/>
                </a:lnTo>
                <a:lnTo>
                  <a:pt x="4295287" y="4911836"/>
                </a:lnTo>
                <a:cubicBezTo>
                  <a:pt x="4298093" y="4910346"/>
                  <a:pt x="4302152" y="4909630"/>
                  <a:pt x="4307165" y="4909630"/>
                </a:cubicBezTo>
                <a:cubicBezTo>
                  <a:pt x="4318144" y="4909630"/>
                  <a:pt x="4330085" y="4912011"/>
                  <a:pt x="4338198" y="4915341"/>
                </a:cubicBezTo>
                <a:lnTo>
                  <a:pt x="4335332" y="4890582"/>
                </a:lnTo>
                <a:cubicBezTo>
                  <a:pt x="4326257" y="4888675"/>
                  <a:pt x="4318144" y="4887252"/>
                  <a:pt x="4303337" y="4887252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6" name="Footer Placeholder 11">
            <a:extLst>
              <a:ext uri="{FF2B5EF4-FFF2-40B4-BE49-F238E27FC236}">
                <a16:creationId xmlns:a16="http://schemas.microsoft.com/office/drawing/2014/main" id="{876D54D5-622D-C8E4-CD5C-2D01FEA4B5B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36576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0431AD5C-8671-9AFE-04DD-0F34103D9F1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ABECB-BF56-1EC1-700B-6EE80491A78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2104" y="1839282"/>
            <a:ext cx="3657280" cy="2856543"/>
          </a:xfrm>
        </p:spPr>
        <p:txBody>
          <a:bodyPr/>
          <a:lstStyle>
            <a:lvl1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4pPr>
            <a:lvl5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List item</a:t>
            </a:r>
          </a:p>
          <a:p>
            <a:pPr lvl="1"/>
            <a:r>
              <a:rPr lang="en-US" dirty="0"/>
              <a:t>List item</a:t>
            </a:r>
          </a:p>
          <a:p>
            <a:pPr lvl="2"/>
            <a:r>
              <a:rPr lang="en-US" dirty="0"/>
              <a:t>List item</a:t>
            </a:r>
          </a:p>
          <a:p>
            <a:pPr lvl="3"/>
            <a:r>
              <a:rPr lang="en-US" dirty="0"/>
              <a:t>List item</a:t>
            </a:r>
          </a:p>
          <a:p>
            <a:pPr lvl="4"/>
            <a:r>
              <a:rPr lang="en-US" dirty="0"/>
              <a:t>List item</a:t>
            </a: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55C4CE81-E728-AD2F-72F4-655C91D574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974520"/>
            <a:ext cx="3657281" cy="71913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BDF0FF"/>
                </a:solidFill>
              </a:defRPr>
            </a:lvl1pPr>
          </a:lstStyle>
          <a:p>
            <a:r>
              <a:rPr lang="en-US" dirty="0"/>
              <a:t>Type your headline here </a:t>
            </a:r>
            <a:br>
              <a:rPr lang="en-US" dirty="0"/>
            </a:br>
            <a:r>
              <a:rPr lang="en-US" dirty="0"/>
              <a:t>(ex: Agenda)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16CC379-2329-348A-A0BB-BF2305A004E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2104" y="613446"/>
            <a:ext cx="2240280" cy="2154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Date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88A61FA-8506-8BDE-75B7-56CF2CF1A59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2104" y="373904"/>
            <a:ext cx="2240280" cy="2154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Meeting/Event name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737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 (with ima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D78E995-A1DD-8545-84F0-DC4CDC5BD5F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8B1C466-D200-4DC7-D0E2-B4A614BA5B2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F4F6A7D-29A9-865E-B1B3-84E34AE31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Philips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CB73A-A9B6-13DF-87F7-3E10FF24BED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87F682B3-AF4A-91C9-4759-8E607A1666A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37A77D-5A68-FA54-71E2-62A93FDC6A7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46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16="http://schemas.microsoft.com/office/drawing/2014/main"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 (with 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E2DADD8-E1E5-2BC7-F70F-856D65BF749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1BE682-E648-A30F-488B-DAEEA0E0C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White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6B0B-2942-5B4C-DCB9-34A15D547F62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9EFBEDBE-C1AF-5843-C168-0AC571738EF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404327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 (with ima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A879EF11-C66F-25CE-5EFB-6055ED7EC2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DAD8C3-A9EB-9986-F97F-413372422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Light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264C-A8C8-C508-F1B9-3B467123058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BE110ED-2D7D-D774-0B80-3F90D3F4E9A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3449367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 (with ima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483C4F6-50E7-6E1E-D4D2-96582662F3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6C58F87-A9BA-2FA1-B97C-0698020B515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2425AB-1C29-0373-FC31-D4FB7C7122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31" y="2212183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Dark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B69E-8B5D-DA78-AE44-FB6C6BDE89E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1BEA3FF-6101-A89B-8F65-C421806231B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E3089D-E461-0C57-2084-1F72CD158B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5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16="http://schemas.microsoft.com/office/drawing/2014/main"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F0D7CB1-AD3C-2852-787D-8D22425C38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0ADC6353-6048-E03A-3D77-9D075ACD8B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52B2FB9-5F5F-3AD4-6FA3-4B103FDE22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16469C53-2653-5C06-7E2F-CD7D6BC91B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8" y="1648421"/>
            <a:ext cx="8138161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Philips blue divider</a:t>
            </a:r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609342E-45EF-3B14-6398-69B80ECAAF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385F6C-EE6D-ED6D-18D0-4DE79C3908D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10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16="http://schemas.microsoft.com/office/drawing/2014/main"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C5660C-87D6-8991-CE76-9D054AAB9A5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D63F8B-8A74-0E87-A158-F18F0F9C68A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770153C2-9411-C295-333A-E234FF87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rgbClr val="00126E"/>
                </a:solidFill>
              </a:defRPr>
            </a:lvl1pPr>
          </a:lstStyle>
          <a:p>
            <a:r>
              <a:rPr lang="en-US" dirty="0"/>
              <a:t>White divider</a:t>
            </a:r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C5F79E5-E3CC-0F06-D2F0-AB9CC0AE2C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269343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B31952-E4A5-D9E8-C52F-5D29A7BC41F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8E28A7-BDB3-7FE2-2275-6C094A1DF3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170887A-6431-1399-F5E5-FA3AD3099B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rgbClr val="00126E"/>
                </a:solidFill>
              </a:defRPr>
            </a:lvl1pPr>
          </a:lstStyle>
          <a:p>
            <a:r>
              <a:rPr lang="en-US" dirty="0"/>
              <a:t>Light blue divider</a:t>
            </a:r>
            <a:endParaRPr lang="en-GB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239A8D7-86F6-5F8F-60A8-D347B9F18D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117109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F4BC162-EBC9-AD4C-50FB-5AE54CFC38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02E108-9147-4964-1570-DD151056425A}"/>
              </a:ext>
            </a:extLst>
          </p:cNvPr>
          <p:cNvSpPr>
            <a:spLocks noGrp="1"/>
          </p:cNvSpPr>
          <p:nvPr userDrawn="1"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ED613-E8BF-EF44-A246-98413FA79480}"/>
              </a:ext>
            </a:extLst>
          </p:cNvPr>
          <p:cNvSpPr>
            <a:spLocks noGrp="1"/>
          </p:cNvSpPr>
          <p:nvPr userDrawn="1"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514E7F6E-2B69-4BF8-B520-1CCC3F36F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Dark blue divider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1A37B65-E4B8-71F7-A78F-77B2D4E42B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FA3403-DB36-5459-127B-003E16CD7F5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20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16="http://schemas.microsoft.com/office/drawing/2014/main"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40DD0C7-5AF6-1A37-ECF9-CC16DE9DDC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5BC41EF-EEE9-1B6E-5F31-3E428C7719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0D815C2-849B-D7BD-0DB7-A36C1FA4B7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6F285E-21D8-7DCC-C09A-8638AEC14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4904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your slide headline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3826F-0E15-8317-5ABF-92322521F27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500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16="http://schemas.microsoft.com/office/drawing/2014/main"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F1EC1-2658-C047-B1BA-7D4E1C0429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53026-A825-4528-4CF3-B5A9681011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B2A843-3D74-BE80-F9C6-089029FBBC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366540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p15="http://schemas.microsoft.com/office/powerpoint/2012/main" xmlns:a16="http://schemas.microsoft.com/office/drawing/2014/main"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70542-4FDB-B324-ECE0-DE3F5DFAF1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CCC7D-4FA5-392C-1757-004F3007C8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2D381BB-CD2F-C7BC-1AFA-2073F1739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153714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101F003-E183-0112-A786-7AA9F6D0DE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B06B5-4F14-55FD-A5A0-3ED51EB49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D042B-CFFA-A2E0-2A91-CEF83AE1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68A8DF2-CDA7-D81B-B404-AB351FB68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your slide headline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076A43-B32F-C6BC-95CF-AF3D220BC56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43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16="http://schemas.microsoft.com/office/drawing/2014/main"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1C77D-DDC8-3024-919F-538FECE1E6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2" y="1211263"/>
            <a:ext cx="8138160" cy="3484800"/>
          </a:xfrm>
          <a:prstGeom prst="rect">
            <a:avLst/>
          </a:prstGeo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17A39C56-76E5-6D8E-D2AE-E974200C1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834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F116B89-87B5-8107-A5CD-141BB74225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20333" y="1211263"/>
            <a:ext cx="3823606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B6E554A-6B73-15E4-3764-C5F8C8ADA4F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3823606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2AED31B2-8BB2-E9B2-06B3-96133C2A7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2109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C1EB096-CDA0-FBC3-ACB0-B46F4AC10A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2611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3E0B99A-29EB-A6B9-09B7-861A3D1249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77488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AA75FF5-94F5-C44C-32B7-5EC624735A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4967F1C9-9964-32B9-28CE-CDB003517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1116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5D507BA-0817-31A1-44FE-891B1C7FA17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253180" y="0"/>
            <a:ext cx="5888736" cy="5143500"/>
          </a:xfrm>
          <a:custGeom>
            <a:avLst/>
            <a:gdLst>
              <a:gd name="connsiteX0" fmla="*/ 5609750 w 5890820"/>
              <a:gd name="connsiteY0" fmla="*/ 4918662 h 5143500"/>
              <a:gd name="connsiteX1" fmla="*/ 5609757 w 5890820"/>
              <a:gd name="connsiteY1" fmla="*/ 4918670 h 5143500"/>
              <a:gd name="connsiteX2" fmla="*/ 5609750 w 5890820"/>
              <a:gd name="connsiteY2" fmla="*/ 4918680 h 5143500"/>
              <a:gd name="connsiteX3" fmla="*/ 5504702 w 5890820"/>
              <a:gd name="connsiteY3" fmla="*/ 4908682 h 5143500"/>
              <a:gd name="connsiteX4" fmla="*/ 5530011 w 5890820"/>
              <a:gd name="connsiteY4" fmla="*/ 4931060 h 5143500"/>
              <a:gd name="connsiteX5" fmla="*/ 5504702 w 5890820"/>
              <a:gd name="connsiteY5" fmla="*/ 4955819 h 5143500"/>
              <a:gd name="connsiteX6" fmla="*/ 5498970 w 5890820"/>
              <a:gd name="connsiteY6" fmla="*/ 4955819 h 5143500"/>
              <a:gd name="connsiteX7" fmla="*/ 5498970 w 5890820"/>
              <a:gd name="connsiteY7" fmla="*/ 4908800 h 5143500"/>
              <a:gd name="connsiteX8" fmla="*/ 5504702 w 5890820"/>
              <a:gd name="connsiteY8" fmla="*/ 4908682 h 5143500"/>
              <a:gd name="connsiteX9" fmla="*/ 5056334 w 5890820"/>
              <a:gd name="connsiteY9" fmla="*/ 4908682 h 5143500"/>
              <a:gd name="connsiteX10" fmla="*/ 5081644 w 5890820"/>
              <a:gd name="connsiteY10" fmla="*/ 4931060 h 5143500"/>
              <a:gd name="connsiteX11" fmla="*/ 5056334 w 5890820"/>
              <a:gd name="connsiteY11" fmla="*/ 4955819 h 5143500"/>
              <a:gd name="connsiteX12" fmla="*/ 5050602 w 5890820"/>
              <a:gd name="connsiteY12" fmla="*/ 4955819 h 5143500"/>
              <a:gd name="connsiteX13" fmla="*/ 5050602 w 5890820"/>
              <a:gd name="connsiteY13" fmla="*/ 4908800 h 5143500"/>
              <a:gd name="connsiteX14" fmla="*/ 5056334 w 5890820"/>
              <a:gd name="connsiteY14" fmla="*/ 4908682 h 5143500"/>
              <a:gd name="connsiteX15" fmla="*/ 5402996 w 5890820"/>
              <a:gd name="connsiteY15" fmla="*/ 4889642 h 5143500"/>
              <a:gd name="connsiteX16" fmla="*/ 5402996 w 5890820"/>
              <a:gd name="connsiteY16" fmla="*/ 5003422 h 5143500"/>
              <a:gd name="connsiteX17" fmla="*/ 5437856 w 5890820"/>
              <a:gd name="connsiteY17" fmla="*/ 5003422 h 5143500"/>
              <a:gd name="connsiteX18" fmla="*/ 5437856 w 5890820"/>
              <a:gd name="connsiteY18" fmla="*/ 4889642 h 5143500"/>
              <a:gd name="connsiteX19" fmla="*/ 5322296 w 5890820"/>
              <a:gd name="connsiteY19" fmla="*/ 4889642 h 5143500"/>
              <a:gd name="connsiteX20" fmla="*/ 5322296 w 5890820"/>
              <a:gd name="connsiteY20" fmla="*/ 5003422 h 5143500"/>
              <a:gd name="connsiteX21" fmla="*/ 5385323 w 5890820"/>
              <a:gd name="connsiteY21" fmla="*/ 5003422 h 5143500"/>
              <a:gd name="connsiteX22" fmla="*/ 5390579 w 5890820"/>
              <a:gd name="connsiteY22" fmla="*/ 4980570 h 5143500"/>
              <a:gd name="connsiteX23" fmla="*/ 5357157 w 5890820"/>
              <a:gd name="connsiteY23" fmla="*/ 4980570 h 5143500"/>
              <a:gd name="connsiteX24" fmla="*/ 5357157 w 5890820"/>
              <a:gd name="connsiteY24" fmla="*/ 4889642 h 5143500"/>
              <a:gd name="connsiteX25" fmla="*/ 5261659 w 5890820"/>
              <a:gd name="connsiteY25" fmla="*/ 4889642 h 5143500"/>
              <a:gd name="connsiteX26" fmla="*/ 5261659 w 5890820"/>
              <a:gd name="connsiteY26" fmla="*/ 5003422 h 5143500"/>
              <a:gd name="connsiteX27" fmla="*/ 5296520 w 5890820"/>
              <a:gd name="connsiteY27" fmla="*/ 5003422 h 5143500"/>
              <a:gd name="connsiteX28" fmla="*/ 5296520 w 5890820"/>
              <a:gd name="connsiteY28" fmla="*/ 4889642 h 5143500"/>
              <a:gd name="connsiteX29" fmla="*/ 5129864 w 5890820"/>
              <a:gd name="connsiteY29" fmla="*/ 4889642 h 5143500"/>
              <a:gd name="connsiteX30" fmla="*/ 5129864 w 5890820"/>
              <a:gd name="connsiteY30" fmla="*/ 5003422 h 5143500"/>
              <a:gd name="connsiteX31" fmla="*/ 5164725 w 5890820"/>
              <a:gd name="connsiteY31" fmla="*/ 5003422 h 5143500"/>
              <a:gd name="connsiteX32" fmla="*/ 5164725 w 5890820"/>
              <a:gd name="connsiteY32" fmla="*/ 4958675 h 5143500"/>
              <a:gd name="connsiteX33" fmla="*/ 5201013 w 5890820"/>
              <a:gd name="connsiteY33" fmla="*/ 4958675 h 5143500"/>
              <a:gd name="connsiteX34" fmla="*/ 5201013 w 5890820"/>
              <a:gd name="connsiteY34" fmla="*/ 5003422 h 5143500"/>
              <a:gd name="connsiteX35" fmla="*/ 5235874 w 5890820"/>
              <a:gd name="connsiteY35" fmla="*/ 5003422 h 5143500"/>
              <a:gd name="connsiteX36" fmla="*/ 5235874 w 5890820"/>
              <a:gd name="connsiteY36" fmla="*/ 4889642 h 5143500"/>
              <a:gd name="connsiteX37" fmla="*/ 5201013 w 5890820"/>
              <a:gd name="connsiteY37" fmla="*/ 4889642 h 5143500"/>
              <a:gd name="connsiteX38" fmla="*/ 5201013 w 5890820"/>
              <a:gd name="connsiteY38" fmla="*/ 4934873 h 5143500"/>
              <a:gd name="connsiteX39" fmla="*/ 5164725 w 5890820"/>
              <a:gd name="connsiteY39" fmla="*/ 4934873 h 5143500"/>
              <a:gd name="connsiteX40" fmla="*/ 5164725 w 5890820"/>
              <a:gd name="connsiteY40" fmla="*/ 4889642 h 5143500"/>
              <a:gd name="connsiteX41" fmla="*/ 5506606 w 5890820"/>
              <a:gd name="connsiteY41" fmla="*/ 4887261 h 5143500"/>
              <a:gd name="connsiteX42" fmla="*/ 5464109 w 5890820"/>
              <a:gd name="connsiteY42" fmla="*/ 4889642 h 5143500"/>
              <a:gd name="connsiteX43" fmla="*/ 5464109 w 5890820"/>
              <a:gd name="connsiteY43" fmla="*/ 5003422 h 5143500"/>
              <a:gd name="connsiteX44" fmla="*/ 5498970 w 5890820"/>
              <a:gd name="connsiteY44" fmla="*/ 5003422 h 5143500"/>
              <a:gd name="connsiteX45" fmla="*/ 5498970 w 5890820"/>
              <a:gd name="connsiteY45" fmla="*/ 4976282 h 5143500"/>
              <a:gd name="connsiteX46" fmla="*/ 5511386 w 5890820"/>
              <a:gd name="connsiteY46" fmla="*/ 4976282 h 5143500"/>
              <a:gd name="connsiteX47" fmla="*/ 5511386 w 5890820"/>
              <a:gd name="connsiteY47" fmla="*/ 4976291 h 5143500"/>
              <a:gd name="connsiteX48" fmla="*/ 5564387 w 5890820"/>
              <a:gd name="connsiteY48" fmla="*/ 4930586 h 5143500"/>
              <a:gd name="connsiteX49" fmla="*/ 5506606 w 5890820"/>
              <a:gd name="connsiteY49" fmla="*/ 4887261 h 5143500"/>
              <a:gd name="connsiteX50" fmla="*/ 5058248 w 5890820"/>
              <a:gd name="connsiteY50" fmla="*/ 4887261 h 5143500"/>
              <a:gd name="connsiteX51" fmla="*/ 5015751 w 5890820"/>
              <a:gd name="connsiteY51" fmla="*/ 4889642 h 5143500"/>
              <a:gd name="connsiteX52" fmla="*/ 5015751 w 5890820"/>
              <a:gd name="connsiteY52" fmla="*/ 5003422 h 5143500"/>
              <a:gd name="connsiteX53" fmla="*/ 5050611 w 5890820"/>
              <a:gd name="connsiteY53" fmla="*/ 5003422 h 5143500"/>
              <a:gd name="connsiteX54" fmla="*/ 5050611 w 5890820"/>
              <a:gd name="connsiteY54" fmla="*/ 4976282 h 5143500"/>
              <a:gd name="connsiteX55" fmla="*/ 5063028 w 5890820"/>
              <a:gd name="connsiteY55" fmla="*/ 4976282 h 5143500"/>
              <a:gd name="connsiteX56" fmla="*/ 5063019 w 5890820"/>
              <a:gd name="connsiteY56" fmla="*/ 4976291 h 5143500"/>
              <a:gd name="connsiteX57" fmla="*/ 5116019 w 5890820"/>
              <a:gd name="connsiteY57" fmla="*/ 4930586 h 5143500"/>
              <a:gd name="connsiteX58" fmla="*/ 5058248 w 5890820"/>
              <a:gd name="connsiteY58" fmla="*/ 4887261 h 5143500"/>
              <a:gd name="connsiteX59" fmla="*/ 5622157 w 5890820"/>
              <a:gd name="connsiteY59" fmla="*/ 4887252 h 5143500"/>
              <a:gd name="connsiteX60" fmla="*/ 5574889 w 5890820"/>
              <a:gd name="connsiteY60" fmla="*/ 4921527 h 5143500"/>
              <a:gd name="connsiteX61" fmla="*/ 5629327 w 5890820"/>
              <a:gd name="connsiteY61" fmla="*/ 4971994 h 5143500"/>
              <a:gd name="connsiteX62" fmla="*/ 5611187 w 5890820"/>
              <a:gd name="connsiteY62" fmla="*/ 4982942 h 5143500"/>
              <a:gd name="connsiteX63" fmla="*/ 5571556 w 5890820"/>
              <a:gd name="connsiteY63" fmla="*/ 4973892 h 5143500"/>
              <a:gd name="connsiteX64" fmla="*/ 5575375 w 5890820"/>
              <a:gd name="connsiteY64" fmla="*/ 5000074 h 5143500"/>
              <a:gd name="connsiteX65" fmla="*/ 5611664 w 5890820"/>
              <a:gd name="connsiteY65" fmla="*/ 5005785 h 5143500"/>
              <a:gd name="connsiteX66" fmla="*/ 5664664 w 5890820"/>
              <a:gd name="connsiteY66" fmla="*/ 4967697 h 5143500"/>
              <a:gd name="connsiteX67" fmla="*/ 5618330 w 5890820"/>
              <a:gd name="connsiteY67" fmla="*/ 4928600 h 5143500"/>
              <a:gd name="connsiteX68" fmla="*/ 5609757 w 5890820"/>
              <a:gd name="connsiteY68" fmla="*/ 4918670 h 5143500"/>
              <a:gd name="connsiteX69" fmla="*/ 5614107 w 5890820"/>
              <a:gd name="connsiteY69" fmla="*/ 4911836 h 5143500"/>
              <a:gd name="connsiteX70" fmla="*/ 5625985 w 5890820"/>
              <a:gd name="connsiteY70" fmla="*/ 4909630 h 5143500"/>
              <a:gd name="connsiteX71" fmla="*/ 5657018 w 5890820"/>
              <a:gd name="connsiteY71" fmla="*/ 4915341 h 5143500"/>
              <a:gd name="connsiteX72" fmla="*/ 5654152 w 5890820"/>
              <a:gd name="connsiteY72" fmla="*/ 4890582 h 5143500"/>
              <a:gd name="connsiteX73" fmla="*/ 5622157 w 5890820"/>
              <a:gd name="connsiteY73" fmla="*/ 4887252 h 5143500"/>
              <a:gd name="connsiteX74" fmla="*/ 0 w 5890820"/>
              <a:gd name="connsiteY74" fmla="*/ 0 h 5143500"/>
              <a:gd name="connsiteX75" fmla="*/ 5890820 w 5890820"/>
              <a:gd name="connsiteY75" fmla="*/ 0 h 5143500"/>
              <a:gd name="connsiteX76" fmla="*/ 5890820 w 5890820"/>
              <a:gd name="connsiteY76" fmla="*/ 5143500 h 5143500"/>
              <a:gd name="connsiteX77" fmla="*/ 0 w 589082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890820" h="5143500">
                <a:moveTo>
                  <a:pt x="5609750" y="4918662"/>
                </a:moveTo>
                <a:lnTo>
                  <a:pt x="5609757" y="4918670"/>
                </a:lnTo>
                <a:lnTo>
                  <a:pt x="5609750" y="4918680"/>
                </a:lnTo>
                <a:close/>
                <a:moveTo>
                  <a:pt x="5504702" y="4908682"/>
                </a:moveTo>
                <a:cubicBezTo>
                  <a:pt x="5521889" y="4908682"/>
                  <a:pt x="5530011" y="4916774"/>
                  <a:pt x="5530011" y="4931060"/>
                </a:cubicBezTo>
                <a:cubicBezTo>
                  <a:pt x="5530011" y="4945821"/>
                  <a:pt x="5522851" y="4955819"/>
                  <a:pt x="5504702" y="4955819"/>
                </a:cubicBezTo>
                <a:lnTo>
                  <a:pt x="5498970" y="4955819"/>
                </a:lnTo>
                <a:lnTo>
                  <a:pt x="5498970" y="4908800"/>
                </a:lnTo>
                <a:cubicBezTo>
                  <a:pt x="5500993" y="4908682"/>
                  <a:pt x="5502907" y="4908682"/>
                  <a:pt x="5504702" y="4908682"/>
                </a:cubicBezTo>
                <a:close/>
                <a:moveTo>
                  <a:pt x="5056334" y="4908682"/>
                </a:moveTo>
                <a:cubicBezTo>
                  <a:pt x="5073522" y="4908682"/>
                  <a:pt x="5081644" y="4916774"/>
                  <a:pt x="5081644" y="4931060"/>
                </a:cubicBezTo>
                <a:cubicBezTo>
                  <a:pt x="5081644" y="4945821"/>
                  <a:pt x="5074483" y="4955819"/>
                  <a:pt x="5056334" y="4955819"/>
                </a:cubicBezTo>
                <a:lnTo>
                  <a:pt x="5050602" y="4955819"/>
                </a:lnTo>
                <a:lnTo>
                  <a:pt x="5050602" y="4908800"/>
                </a:lnTo>
                <a:cubicBezTo>
                  <a:pt x="5052635" y="4908682"/>
                  <a:pt x="5054540" y="4908682"/>
                  <a:pt x="5056334" y="4908682"/>
                </a:cubicBezTo>
                <a:close/>
                <a:moveTo>
                  <a:pt x="5402996" y="4889642"/>
                </a:moveTo>
                <a:lnTo>
                  <a:pt x="5402996" y="5003422"/>
                </a:lnTo>
                <a:lnTo>
                  <a:pt x="5437856" y="5003422"/>
                </a:lnTo>
                <a:lnTo>
                  <a:pt x="5437856" y="4889642"/>
                </a:lnTo>
                <a:close/>
                <a:moveTo>
                  <a:pt x="5322296" y="4889642"/>
                </a:moveTo>
                <a:lnTo>
                  <a:pt x="5322296" y="5003422"/>
                </a:lnTo>
                <a:lnTo>
                  <a:pt x="5385323" y="5003422"/>
                </a:lnTo>
                <a:lnTo>
                  <a:pt x="5390579" y="4980570"/>
                </a:lnTo>
                <a:lnTo>
                  <a:pt x="5357157" y="4980570"/>
                </a:lnTo>
                <a:lnTo>
                  <a:pt x="5357157" y="4889642"/>
                </a:lnTo>
                <a:close/>
                <a:moveTo>
                  <a:pt x="5261659" y="4889642"/>
                </a:moveTo>
                <a:lnTo>
                  <a:pt x="5261659" y="5003422"/>
                </a:lnTo>
                <a:lnTo>
                  <a:pt x="5296520" y="5003422"/>
                </a:lnTo>
                <a:lnTo>
                  <a:pt x="5296520" y="4889642"/>
                </a:lnTo>
                <a:close/>
                <a:moveTo>
                  <a:pt x="5129864" y="4889642"/>
                </a:moveTo>
                <a:lnTo>
                  <a:pt x="5129864" y="5003422"/>
                </a:lnTo>
                <a:lnTo>
                  <a:pt x="5164725" y="5003422"/>
                </a:lnTo>
                <a:lnTo>
                  <a:pt x="5164725" y="4958675"/>
                </a:lnTo>
                <a:lnTo>
                  <a:pt x="5201013" y="4958675"/>
                </a:lnTo>
                <a:lnTo>
                  <a:pt x="5201013" y="5003422"/>
                </a:lnTo>
                <a:lnTo>
                  <a:pt x="5235874" y="5003422"/>
                </a:lnTo>
                <a:lnTo>
                  <a:pt x="5235874" y="4889642"/>
                </a:lnTo>
                <a:lnTo>
                  <a:pt x="5201013" y="4889642"/>
                </a:lnTo>
                <a:lnTo>
                  <a:pt x="5201013" y="4934873"/>
                </a:lnTo>
                <a:lnTo>
                  <a:pt x="5164725" y="4934873"/>
                </a:lnTo>
                <a:lnTo>
                  <a:pt x="5164725" y="4889642"/>
                </a:lnTo>
                <a:close/>
                <a:moveTo>
                  <a:pt x="5506606" y="4887261"/>
                </a:moveTo>
                <a:cubicBezTo>
                  <a:pt x="5492761" y="4887261"/>
                  <a:pt x="5476050" y="4888210"/>
                  <a:pt x="5464109" y="4889642"/>
                </a:cubicBezTo>
                <a:lnTo>
                  <a:pt x="5464109" y="5003422"/>
                </a:lnTo>
                <a:lnTo>
                  <a:pt x="5498970" y="5003422"/>
                </a:lnTo>
                <a:lnTo>
                  <a:pt x="5498970" y="4976282"/>
                </a:lnTo>
                <a:lnTo>
                  <a:pt x="5511386" y="4976282"/>
                </a:lnTo>
                <a:lnTo>
                  <a:pt x="5511386" y="4976291"/>
                </a:lnTo>
                <a:cubicBezTo>
                  <a:pt x="5543857" y="4976291"/>
                  <a:pt x="5564387" y="4959633"/>
                  <a:pt x="5564387" y="4930586"/>
                </a:cubicBezTo>
                <a:cubicBezTo>
                  <a:pt x="5564387" y="4898692"/>
                  <a:pt x="5542419" y="4887261"/>
                  <a:pt x="5506606" y="4887261"/>
                </a:cubicBezTo>
                <a:close/>
                <a:moveTo>
                  <a:pt x="5058248" y="4887261"/>
                </a:moveTo>
                <a:cubicBezTo>
                  <a:pt x="5044403" y="4887261"/>
                  <a:pt x="5027692" y="4888210"/>
                  <a:pt x="5015751" y="4889642"/>
                </a:cubicBezTo>
                <a:lnTo>
                  <a:pt x="5015751" y="5003422"/>
                </a:lnTo>
                <a:lnTo>
                  <a:pt x="5050611" y="5003422"/>
                </a:lnTo>
                <a:lnTo>
                  <a:pt x="5050611" y="4976282"/>
                </a:lnTo>
                <a:lnTo>
                  <a:pt x="5063028" y="4976282"/>
                </a:lnTo>
                <a:lnTo>
                  <a:pt x="5063019" y="4976291"/>
                </a:lnTo>
                <a:cubicBezTo>
                  <a:pt x="5095489" y="4976291"/>
                  <a:pt x="5116019" y="4959633"/>
                  <a:pt x="5116019" y="4930586"/>
                </a:cubicBezTo>
                <a:cubicBezTo>
                  <a:pt x="5116028" y="4898683"/>
                  <a:pt x="5094061" y="4887261"/>
                  <a:pt x="5058248" y="4887261"/>
                </a:cubicBezTo>
                <a:close/>
                <a:moveTo>
                  <a:pt x="5622157" y="4887252"/>
                </a:moveTo>
                <a:cubicBezTo>
                  <a:pt x="5593982" y="4887252"/>
                  <a:pt x="5574889" y="4898318"/>
                  <a:pt x="5574889" y="4921527"/>
                </a:cubicBezTo>
                <a:cubicBezTo>
                  <a:pt x="5574889" y="4961521"/>
                  <a:pt x="5629327" y="4953429"/>
                  <a:pt x="5629327" y="4971994"/>
                </a:cubicBezTo>
                <a:cubicBezTo>
                  <a:pt x="5629327" y="4979137"/>
                  <a:pt x="5624071" y="4982942"/>
                  <a:pt x="5611187" y="4982942"/>
                </a:cubicBezTo>
                <a:cubicBezTo>
                  <a:pt x="5599723" y="4982942"/>
                  <a:pt x="5582059" y="4979137"/>
                  <a:pt x="5571556" y="4973892"/>
                </a:cubicBezTo>
                <a:lnTo>
                  <a:pt x="5575375" y="5000074"/>
                </a:lnTo>
                <a:cubicBezTo>
                  <a:pt x="5585878" y="5003888"/>
                  <a:pt x="5600208" y="5005785"/>
                  <a:pt x="5611664" y="5005785"/>
                </a:cubicBezTo>
                <a:cubicBezTo>
                  <a:pt x="5640792" y="5005785"/>
                  <a:pt x="5664664" y="4996261"/>
                  <a:pt x="5664664" y="4967697"/>
                </a:cubicBezTo>
                <a:cubicBezTo>
                  <a:pt x="5664664" y="4939131"/>
                  <a:pt x="5633775" y="4936008"/>
                  <a:pt x="5618330" y="4928600"/>
                </a:cubicBezTo>
                <a:lnTo>
                  <a:pt x="5609757" y="4918670"/>
                </a:lnTo>
                <a:lnTo>
                  <a:pt x="5614107" y="4911836"/>
                </a:lnTo>
                <a:cubicBezTo>
                  <a:pt x="5616913" y="4910346"/>
                  <a:pt x="5620972" y="4909630"/>
                  <a:pt x="5625985" y="4909630"/>
                </a:cubicBezTo>
                <a:cubicBezTo>
                  <a:pt x="5636964" y="4909630"/>
                  <a:pt x="5648905" y="4912011"/>
                  <a:pt x="5657018" y="4915341"/>
                </a:cubicBezTo>
                <a:lnTo>
                  <a:pt x="5654152" y="4890582"/>
                </a:lnTo>
                <a:cubicBezTo>
                  <a:pt x="5645077" y="4888675"/>
                  <a:pt x="5636964" y="4887252"/>
                  <a:pt x="5622157" y="4887252"/>
                </a:cubicBezTo>
                <a:close/>
                <a:moveTo>
                  <a:pt x="0" y="0"/>
                </a:moveTo>
                <a:lnTo>
                  <a:pt x="5890820" y="0"/>
                </a:lnTo>
                <a:lnTo>
                  <a:pt x="589082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39233B01-D8A4-FE06-9412-52107B278D8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2C26D52-4263-A84E-BE9C-E8B266F7A2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DFB18B-FAF9-0022-13B7-568D842046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376242"/>
            <a:ext cx="2377440" cy="72237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405178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4F529D8-9C6F-58F5-0254-996E808C09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2611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79F63E1-D3F3-F243-D730-F89C53934A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0149" y="376242"/>
            <a:ext cx="2377440" cy="72237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Type your slide headline here</a:t>
            </a:r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D019B56E-17F1-60C5-DE51-C73526AF218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3C5F3973-0A3E-BA0D-7446-25212BF944F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589082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210810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D14F1EF4-283E-34CE-199C-D2F9ED23AAA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8862930 w 9144000"/>
              <a:gd name="connsiteY0" fmla="*/ 4918662 h 5143500"/>
              <a:gd name="connsiteX1" fmla="*/ 8862940 w 9144000"/>
              <a:gd name="connsiteY1" fmla="*/ 4918674 h 5143500"/>
              <a:gd name="connsiteX2" fmla="*/ 8862930 w 9144000"/>
              <a:gd name="connsiteY2" fmla="*/ 4918680 h 5143500"/>
              <a:gd name="connsiteX3" fmla="*/ 8757882 w 9144000"/>
              <a:gd name="connsiteY3" fmla="*/ 4908682 h 5143500"/>
              <a:gd name="connsiteX4" fmla="*/ 8783191 w 9144000"/>
              <a:gd name="connsiteY4" fmla="*/ 4931060 h 5143500"/>
              <a:gd name="connsiteX5" fmla="*/ 8757882 w 9144000"/>
              <a:gd name="connsiteY5" fmla="*/ 4955819 h 5143500"/>
              <a:gd name="connsiteX6" fmla="*/ 8752150 w 9144000"/>
              <a:gd name="connsiteY6" fmla="*/ 4955819 h 5143500"/>
              <a:gd name="connsiteX7" fmla="*/ 8752150 w 9144000"/>
              <a:gd name="connsiteY7" fmla="*/ 4908800 h 5143500"/>
              <a:gd name="connsiteX8" fmla="*/ 8757882 w 9144000"/>
              <a:gd name="connsiteY8" fmla="*/ 4908682 h 5143500"/>
              <a:gd name="connsiteX9" fmla="*/ 8309514 w 9144000"/>
              <a:gd name="connsiteY9" fmla="*/ 4908682 h 5143500"/>
              <a:gd name="connsiteX10" fmla="*/ 8334824 w 9144000"/>
              <a:gd name="connsiteY10" fmla="*/ 4931060 h 5143500"/>
              <a:gd name="connsiteX11" fmla="*/ 8309514 w 9144000"/>
              <a:gd name="connsiteY11" fmla="*/ 4955819 h 5143500"/>
              <a:gd name="connsiteX12" fmla="*/ 8303782 w 9144000"/>
              <a:gd name="connsiteY12" fmla="*/ 4955819 h 5143500"/>
              <a:gd name="connsiteX13" fmla="*/ 8303782 w 9144000"/>
              <a:gd name="connsiteY13" fmla="*/ 4908800 h 5143500"/>
              <a:gd name="connsiteX14" fmla="*/ 8309514 w 9144000"/>
              <a:gd name="connsiteY14" fmla="*/ 4908682 h 5143500"/>
              <a:gd name="connsiteX15" fmla="*/ 8656176 w 9144000"/>
              <a:gd name="connsiteY15" fmla="*/ 4889642 h 5143500"/>
              <a:gd name="connsiteX16" fmla="*/ 8656176 w 9144000"/>
              <a:gd name="connsiteY16" fmla="*/ 5003422 h 5143500"/>
              <a:gd name="connsiteX17" fmla="*/ 8691036 w 9144000"/>
              <a:gd name="connsiteY17" fmla="*/ 5003422 h 5143500"/>
              <a:gd name="connsiteX18" fmla="*/ 8691036 w 9144000"/>
              <a:gd name="connsiteY18" fmla="*/ 4889642 h 5143500"/>
              <a:gd name="connsiteX19" fmla="*/ 8575476 w 9144000"/>
              <a:gd name="connsiteY19" fmla="*/ 4889642 h 5143500"/>
              <a:gd name="connsiteX20" fmla="*/ 8575476 w 9144000"/>
              <a:gd name="connsiteY20" fmla="*/ 5003422 h 5143500"/>
              <a:gd name="connsiteX21" fmla="*/ 8638503 w 9144000"/>
              <a:gd name="connsiteY21" fmla="*/ 5003422 h 5143500"/>
              <a:gd name="connsiteX22" fmla="*/ 8643759 w 9144000"/>
              <a:gd name="connsiteY22" fmla="*/ 4980570 h 5143500"/>
              <a:gd name="connsiteX23" fmla="*/ 8610337 w 9144000"/>
              <a:gd name="connsiteY23" fmla="*/ 4980570 h 5143500"/>
              <a:gd name="connsiteX24" fmla="*/ 8610337 w 9144000"/>
              <a:gd name="connsiteY24" fmla="*/ 4889642 h 5143500"/>
              <a:gd name="connsiteX25" fmla="*/ 8514839 w 9144000"/>
              <a:gd name="connsiteY25" fmla="*/ 4889642 h 5143500"/>
              <a:gd name="connsiteX26" fmla="*/ 8514839 w 9144000"/>
              <a:gd name="connsiteY26" fmla="*/ 5003422 h 5143500"/>
              <a:gd name="connsiteX27" fmla="*/ 8549700 w 9144000"/>
              <a:gd name="connsiteY27" fmla="*/ 5003422 h 5143500"/>
              <a:gd name="connsiteX28" fmla="*/ 8549700 w 9144000"/>
              <a:gd name="connsiteY28" fmla="*/ 4889642 h 5143500"/>
              <a:gd name="connsiteX29" fmla="*/ 8383044 w 9144000"/>
              <a:gd name="connsiteY29" fmla="*/ 4889642 h 5143500"/>
              <a:gd name="connsiteX30" fmla="*/ 8383044 w 9144000"/>
              <a:gd name="connsiteY30" fmla="*/ 5003422 h 5143500"/>
              <a:gd name="connsiteX31" fmla="*/ 8417905 w 9144000"/>
              <a:gd name="connsiteY31" fmla="*/ 5003422 h 5143500"/>
              <a:gd name="connsiteX32" fmla="*/ 8417905 w 9144000"/>
              <a:gd name="connsiteY32" fmla="*/ 4958675 h 5143500"/>
              <a:gd name="connsiteX33" fmla="*/ 8454193 w 9144000"/>
              <a:gd name="connsiteY33" fmla="*/ 4958675 h 5143500"/>
              <a:gd name="connsiteX34" fmla="*/ 8454193 w 9144000"/>
              <a:gd name="connsiteY34" fmla="*/ 5003422 h 5143500"/>
              <a:gd name="connsiteX35" fmla="*/ 8489054 w 9144000"/>
              <a:gd name="connsiteY35" fmla="*/ 5003422 h 5143500"/>
              <a:gd name="connsiteX36" fmla="*/ 8489054 w 9144000"/>
              <a:gd name="connsiteY36" fmla="*/ 4889642 h 5143500"/>
              <a:gd name="connsiteX37" fmla="*/ 8454193 w 9144000"/>
              <a:gd name="connsiteY37" fmla="*/ 4889642 h 5143500"/>
              <a:gd name="connsiteX38" fmla="*/ 8454193 w 9144000"/>
              <a:gd name="connsiteY38" fmla="*/ 4934873 h 5143500"/>
              <a:gd name="connsiteX39" fmla="*/ 8417905 w 9144000"/>
              <a:gd name="connsiteY39" fmla="*/ 4934873 h 5143500"/>
              <a:gd name="connsiteX40" fmla="*/ 8417905 w 9144000"/>
              <a:gd name="connsiteY40" fmla="*/ 4889642 h 5143500"/>
              <a:gd name="connsiteX41" fmla="*/ 8759786 w 9144000"/>
              <a:gd name="connsiteY41" fmla="*/ 4887261 h 5143500"/>
              <a:gd name="connsiteX42" fmla="*/ 8717289 w 9144000"/>
              <a:gd name="connsiteY42" fmla="*/ 4889642 h 5143500"/>
              <a:gd name="connsiteX43" fmla="*/ 8717289 w 9144000"/>
              <a:gd name="connsiteY43" fmla="*/ 5003422 h 5143500"/>
              <a:gd name="connsiteX44" fmla="*/ 8752150 w 9144000"/>
              <a:gd name="connsiteY44" fmla="*/ 5003422 h 5143500"/>
              <a:gd name="connsiteX45" fmla="*/ 8752150 w 9144000"/>
              <a:gd name="connsiteY45" fmla="*/ 4976282 h 5143500"/>
              <a:gd name="connsiteX46" fmla="*/ 8764566 w 9144000"/>
              <a:gd name="connsiteY46" fmla="*/ 4976282 h 5143500"/>
              <a:gd name="connsiteX47" fmla="*/ 8764566 w 9144000"/>
              <a:gd name="connsiteY47" fmla="*/ 4976291 h 5143500"/>
              <a:gd name="connsiteX48" fmla="*/ 8817567 w 9144000"/>
              <a:gd name="connsiteY48" fmla="*/ 4930586 h 5143500"/>
              <a:gd name="connsiteX49" fmla="*/ 8759786 w 9144000"/>
              <a:gd name="connsiteY49" fmla="*/ 4887261 h 5143500"/>
              <a:gd name="connsiteX50" fmla="*/ 8311428 w 9144000"/>
              <a:gd name="connsiteY50" fmla="*/ 4887261 h 5143500"/>
              <a:gd name="connsiteX51" fmla="*/ 8268931 w 9144000"/>
              <a:gd name="connsiteY51" fmla="*/ 4889642 h 5143500"/>
              <a:gd name="connsiteX52" fmla="*/ 8268931 w 9144000"/>
              <a:gd name="connsiteY52" fmla="*/ 5003422 h 5143500"/>
              <a:gd name="connsiteX53" fmla="*/ 8303791 w 9144000"/>
              <a:gd name="connsiteY53" fmla="*/ 5003422 h 5143500"/>
              <a:gd name="connsiteX54" fmla="*/ 8303791 w 9144000"/>
              <a:gd name="connsiteY54" fmla="*/ 4976282 h 5143500"/>
              <a:gd name="connsiteX55" fmla="*/ 8316208 w 9144000"/>
              <a:gd name="connsiteY55" fmla="*/ 4976282 h 5143500"/>
              <a:gd name="connsiteX56" fmla="*/ 8316199 w 9144000"/>
              <a:gd name="connsiteY56" fmla="*/ 4976291 h 5143500"/>
              <a:gd name="connsiteX57" fmla="*/ 8369199 w 9144000"/>
              <a:gd name="connsiteY57" fmla="*/ 4930586 h 5143500"/>
              <a:gd name="connsiteX58" fmla="*/ 8311428 w 9144000"/>
              <a:gd name="connsiteY58" fmla="*/ 4887261 h 5143500"/>
              <a:gd name="connsiteX59" fmla="*/ 8875337 w 9144000"/>
              <a:gd name="connsiteY59" fmla="*/ 4887252 h 5143500"/>
              <a:gd name="connsiteX60" fmla="*/ 8828069 w 9144000"/>
              <a:gd name="connsiteY60" fmla="*/ 4921527 h 5143500"/>
              <a:gd name="connsiteX61" fmla="*/ 8882507 w 9144000"/>
              <a:gd name="connsiteY61" fmla="*/ 4971994 h 5143500"/>
              <a:gd name="connsiteX62" fmla="*/ 8864367 w 9144000"/>
              <a:gd name="connsiteY62" fmla="*/ 4982942 h 5143500"/>
              <a:gd name="connsiteX63" fmla="*/ 8824736 w 9144000"/>
              <a:gd name="connsiteY63" fmla="*/ 4973892 h 5143500"/>
              <a:gd name="connsiteX64" fmla="*/ 8828555 w 9144000"/>
              <a:gd name="connsiteY64" fmla="*/ 5000074 h 5143500"/>
              <a:gd name="connsiteX65" fmla="*/ 8864844 w 9144000"/>
              <a:gd name="connsiteY65" fmla="*/ 5005785 h 5143500"/>
              <a:gd name="connsiteX66" fmla="*/ 8917844 w 9144000"/>
              <a:gd name="connsiteY66" fmla="*/ 4967697 h 5143500"/>
              <a:gd name="connsiteX67" fmla="*/ 8871510 w 9144000"/>
              <a:gd name="connsiteY67" fmla="*/ 4928600 h 5143500"/>
              <a:gd name="connsiteX68" fmla="*/ 8862940 w 9144000"/>
              <a:gd name="connsiteY68" fmla="*/ 4918674 h 5143500"/>
              <a:gd name="connsiteX69" fmla="*/ 8879165 w 9144000"/>
              <a:gd name="connsiteY69" fmla="*/ 4909630 h 5143500"/>
              <a:gd name="connsiteX70" fmla="*/ 8910198 w 9144000"/>
              <a:gd name="connsiteY70" fmla="*/ 4915341 h 5143500"/>
              <a:gd name="connsiteX71" fmla="*/ 8907332 w 9144000"/>
              <a:gd name="connsiteY71" fmla="*/ 4890582 h 5143500"/>
              <a:gd name="connsiteX72" fmla="*/ 8875337 w 9144000"/>
              <a:gd name="connsiteY72" fmla="*/ 4887252 h 5143500"/>
              <a:gd name="connsiteX73" fmla="*/ 0 w 9144000"/>
              <a:gd name="connsiteY73" fmla="*/ 0 h 5143500"/>
              <a:gd name="connsiteX74" fmla="*/ 9144000 w 9144000"/>
              <a:gd name="connsiteY74" fmla="*/ 0 h 5143500"/>
              <a:gd name="connsiteX75" fmla="*/ 9144000 w 9144000"/>
              <a:gd name="connsiteY75" fmla="*/ 5143500 h 5143500"/>
              <a:gd name="connsiteX76" fmla="*/ 0 w 9144000"/>
              <a:gd name="connsiteY7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9144000" h="5143500">
                <a:moveTo>
                  <a:pt x="8862930" y="4918662"/>
                </a:moveTo>
                <a:lnTo>
                  <a:pt x="8862940" y="4918674"/>
                </a:lnTo>
                <a:lnTo>
                  <a:pt x="8862930" y="4918680"/>
                </a:lnTo>
                <a:close/>
                <a:moveTo>
                  <a:pt x="8757882" y="4908682"/>
                </a:moveTo>
                <a:cubicBezTo>
                  <a:pt x="8775069" y="4908682"/>
                  <a:pt x="8783191" y="4916774"/>
                  <a:pt x="8783191" y="4931060"/>
                </a:cubicBezTo>
                <a:cubicBezTo>
                  <a:pt x="8783191" y="4945821"/>
                  <a:pt x="8776031" y="4955819"/>
                  <a:pt x="8757882" y="4955819"/>
                </a:cubicBezTo>
                <a:lnTo>
                  <a:pt x="8752150" y="4955819"/>
                </a:lnTo>
                <a:lnTo>
                  <a:pt x="8752150" y="4908800"/>
                </a:lnTo>
                <a:cubicBezTo>
                  <a:pt x="8754173" y="4908682"/>
                  <a:pt x="8756087" y="4908682"/>
                  <a:pt x="8757882" y="4908682"/>
                </a:cubicBezTo>
                <a:close/>
                <a:moveTo>
                  <a:pt x="8309514" y="4908682"/>
                </a:moveTo>
                <a:cubicBezTo>
                  <a:pt x="8326702" y="4908682"/>
                  <a:pt x="8334824" y="4916774"/>
                  <a:pt x="8334824" y="4931060"/>
                </a:cubicBezTo>
                <a:cubicBezTo>
                  <a:pt x="8334824" y="4945821"/>
                  <a:pt x="8327663" y="4955819"/>
                  <a:pt x="8309514" y="4955819"/>
                </a:cubicBezTo>
                <a:lnTo>
                  <a:pt x="8303782" y="4955819"/>
                </a:lnTo>
                <a:lnTo>
                  <a:pt x="8303782" y="4908800"/>
                </a:lnTo>
                <a:cubicBezTo>
                  <a:pt x="8305815" y="4908682"/>
                  <a:pt x="8307720" y="4908682"/>
                  <a:pt x="8309514" y="4908682"/>
                </a:cubicBezTo>
                <a:close/>
                <a:moveTo>
                  <a:pt x="8656176" y="4889642"/>
                </a:moveTo>
                <a:lnTo>
                  <a:pt x="8656176" y="5003422"/>
                </a:lnTo>
                <a:lnTo>
                  <a:pt x="8691036" y="5003422"/>
                </a:lnTo>
                <a:lnTo>
                  <a:pt x="8691036" y="4889642"/>
                </a:lnTo>
                <a:close/>
                <a:moveTo>
                  <a:pt x="8575476" y="4889642"/>
                </a:moveTo>
                <a:lnTo>
                  <a:pt x="8575476" y="5003422"/>
                </a:lnTo>
                <a:lnTo>
                  <a:pt x="8638503" y="5003422"/>
                </a:lnTo>
                <a:lnTo>
                  <a:pt x="8643759" y="4980570"/>
                </a:lnTo>
                <a:lnTo>
                  <a:pt x="8610337" y="4980570"/>
                </a:lnTo>
                <a:lnTo>
                  <a:pt x="8610337" y="4889642"/>
                </a:lnTo>
                <a:close/>
                <a:moveTo>
                  <a:pt x="8514839" y="4889642"/>
                </a:moveTo>
                <a:lnTo>
                  <a:pt x="8514839" y="5003422"/>
                </a:lnTo>
                <a:lnTo>
                  <a:pt x="8549700" y="5003422"/>
                </a:lnTo>
                <a:lnTo>
                  <a:pt x="8549700" y="4889642"/>
                </a:lnTo>
                <a:close/>
                <a:moveTo>
                  <a:pt x="8383044" y="4889642"/>
                </a:moveTo>
                <a:lnTo>
                  <a:pt x="8383044" y="5003422"/>
                </a:lnTo>
                <a:lnTo>
                  <a:pt x="8417905" y="5003422"/>
                </a:lnTo>
                <a:lnTo>
                  <a:pt x="8417905" y="4958675"/>
                </a:lnTo>
                <a:lnTo>
                  <a:pt x="8454193" y="4958675"/>
                </a:lnTo>
                <a:lnTo>
                  <a:pt x="8454193" y="5003422"/>
                </a:lnTo>
                <a:lnTo>
                  <a:pt x="8489054" y="5003422"/>
                </a:lnTo>
                <a:lnTo>
                  <a:pt x="8489054" y="4889642"/>
                </a:lnTo>
                <a:lnTo>
                  <a:pt x="8454193" y="4889642"/>
                </a:lnTo>
                <a:lnTo>
                  <a:pt x="8454193" y="4934873"/>
                </a:lnTo>
                <a:lnTo>
                  <a:pt x="8417905" y="4934873"/>
                </a:lnTo>
                <a:lnTo>
                  <a:pt x="8417905" y="4889642"/>
                </a:lnTo>
                <a:close/>
                <a:moveTo>
                  <a:pt x="8759786" y="4887261"/>
                </a:moveTo>
                <a:cubicBezTo>
                  <a:pt x="8745941" y="4887261"/>
                  <a:pt x="8729230" y="4888210"/>
                  <a:pt x="8717289" y="4889642"/>
                </a:cubicBezTo>
                <a:lnTo>
                  <a:pt x="8717289" y="5003422"/>
                </a:lnTo>
                <a:lnTo>
                  <a:pt x="8752150" y="5003422"/>
                </a:lnTo>
                <a:lnTo>
                  <a:pt x="8752150" y="4976282"/>
                </a:lnTo>
                <a:lnTo>
                  <a:pt x="8764566" y="4976282"/>
                </a:lnTo>
                <a:lnTo>
                  <a:pt x="8764566" y="4976291"/>
                </a:lnTo>
                <a:cubicBezTo>
                  <a:pt x="8797037" y="4976291"/>
                  <a:pt x="8817567" y="4959633"/>
                  <a:pt x="8817567" y="4930586"/>
                </a:cubicBezTo>
                <a:cubicBezTo>
                  <a:pt x="8817567" y="4898692"/>
                  <a:pt x="8795599" y="4887261"/>
                  <a:pt x="8759786" y="4887261"/>
                </a:cubicBezTo>
                <a:close/>
                <a:moveTo>
                  <a:pt x="8311428" y="4887261"/>
                </a:moveTo>
                <a:cubicBezTo>
                  <a:pt x="8297583" y="4887261"/>
                  <a:pt x="8280872" y="4888210"/>
                  <a:pt x="8268931" y="4889642"/>
                </a:cubicBezTo>
                <a:lnTo>
                  <a:pt x="8268931" y="5003422"/>
                </a:lnTo>
                <a:lnTo>
                  <a:pt x="8303791" y="5003422"/>
                </a:lnTo>
                <a:lnTo>
                  <a:pt x="8303791" y="4976282"/>
                </a:lnTo>
                <a:lnTo>
                  <a:pt x="8316208" y="4976282"/>
                </a:lnTo>
                <a:lnTo>
                  <a:pt x="8316199" y="4976291"/>
                </a:lnTo>
                <a:cubicBezTo>
                  <a:pt x="8348669" y="4976291"/>
                  <a:pt x="8369199" y="4959633"/>
                  <a:pt x="8369199" y="4930586"/>
                </a:cubicBezTo>
                <a:cubicBezTo>
                  <a:pt x="8369208" y="4898683"/>
                  <a:pt x="8347241" y="4887261"/>
                  <a:pt x="8311428" y="4887261"/>
                </a:cubicBezTo>
                <a:close/>
                <a:moveTo>
                  <a:pt x="8875337" y="4887252"/>
                </a:moveTo>
                <a:cubicBezTo>
                  <a:pt x="8847162" y="4887252"/>
                  <a:pt x="8828069" y="4898318"/>
                  <a:pt x="8828069" y="4921527"/>
                </a:cubicBezTo>
                <a:cubicBezTo>
                  <a:pt x="8828069" y="4961521"/>
                  <a:pt x="8882507" y="4953429"/>
                  <a:pt x="8882507" y="4971994"/>
                </a:cubicBezTo>
                <a:cubicBezTo>
                  <a:pt x="8882507" y="4979137"/>
                  <a:pt x="8877251" y="4982942"/>
                  <a:pt x="8864367" y="4982942"/>
                </a:cubicBezTo>
                <a:cubicBezTo>
                  <a:pt x="8852903" y="4982942"/>
                  <a:pt x="8835239" y="4979137"/>
                  <a:pt x="8824736" y="4973892"/>
                </a:cubicBezTo>
                <a:lnTo>
                  <a:pt x="8828555" y="5000074"/>
                </a:lnTo>
                <a:cubicBezTo>
                  <a:pt x="8839058" y="5003888"/>
                  <a:pt x="8853388" y="5005785"/>
                  <a:pt x="8864844" y="5005785"/>
                </a:cubicBezTo>
                <a:cubicBezTo>
                  <a:pt x="8893972" y="5005785"/>
                  <a:pt x="8917844" y="4996261"/>
                  <a:pt x="8917844" y="4967697"/>
                </a:cubicBezTo>
                <a:cubicBezTo>
                  <a:pt x="8917844" y="4939131"/>
                  <a:pt x="8886955" y="4936008"/>
                  <a:pt x="8871510" y="4928600"/>
                </a:cubicBezTo>
                <a:lnTo>
                  <a:pt x="8862940" y="4918674"/>
                </a:lnTo>
                <a:lnTo>
                  <a:pt x="8879165" y="4909630"/>
                </a:lnTo>
                <a:cubicBezTo>
                  <a:pt x="8890144" y="4909630"/>
                  <a:pt x="8902085" y="4912011"/>
                  <a:pt x="8910198" y="4915341"/>
                </a:cubicBezTo>
                <a:lnTo>
                  <a:pt x="8907332" y="4890582"/>
                </a:lnTo>
                <a:cubicBezTo>
                  <a:pt x="8898257" y="4888675"/>
                  <a:pt x="8890144" y="4887252"/>
                  <a:pt x="8875337" y="4887252"/>
                </a:cubicBez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Need the white logo? Select “Hide Background Graphics” in the Format Shape pane.</a:t>
            </a:r>
          </a:p>
        </p:txBody>
      </p:sp>
      <p:sp>
        <p:nvSpPr>
          <p:cNvPr id="3" name="Footer Placeholder 11">
            <a:extLst>
              <a:ext uri="{FF2B5EF4-FFF2-40B4-BE49-F238E27FC236}">
                <a16:creationId xmlns:a16="http://schemas.microsoft.com/office/drawing/2014/main" id="{83C774FF-44C9-505B-D3A3-7BDAED31291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8E634DF2-19D4-5701-B6C3-6993A4076E5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69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2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684" y="395420"/>
            <a:ext cx="1152627" cy="2100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C5DC1B-90D1-16A7-427B-3D24F944CA79}"/>
              </a:ext>
            </a:extLst>
          </p:cNvPr>
          <p:cNvSpPr txBox="1"/>
          <p:nvPr userDrawn="1"/>
        </p:nvSpPr>
        <p:spPr>
          <a:xfrm>
            <a:off x="2028322" y="1833086"/>
            <a:ext cx="5087355" cy="1477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lang="en-US" sz="9600" b="0" i="0" dirty="0">
                <a:solidFill>
                  <a:schemeClr val="bg1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0222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16="http://schemas.microsoft.com/office/drawing/2014/main"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636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684" y="395420"/>
            <a:ext cx="1152627" cy="2100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3D22CC-58D4-6B7C-7DAB-99EF135F187D}"/>
              </a:ext>
            </a:extLst>
          </p:cNvPr>
          <p:cNvSpPr txBox="1"/>
          <p:nvPr userDrawn="1"/>
        </p:nvSpPr>
        <p:spPr>
          <a:xfrm>
            <a:off x="2028323" y="1833086"/>
            <a:ext cx="5087355" cy="1477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lang="en-US" sz="9600" b="0" i="0" dirty="0">
                <a:solidFill>
                  <a:srgbClr val="0B5ED7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2185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16="http://schemas.microsoft.com/office/drawing/2014/main"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14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1834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51" y="376238"/>
            <a:ext cx="7523937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rgbClr val="00629F"/>
                </a:solidFill>
                <a:latin typeface="+mj-lt"/>
              </a:defRPr>
            </a:lvl1pPr>
          </a:lstStyle>
          <a:p>
            <a:endParaRPr lang="en-US" noProof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2282174-65D2-744A-B154-E872792C7B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1263"/>
            <a:ext cx="8135939" cy="3484800"/>
          </a:xfrm>
        </p:spPr>
        <p:txBody>
          <a:bodyPr lIns="0" tIns="0" rIns="0" bIns="0" numCol="1" spcCol="270000">
            <a:noAutofit/>
          </a:bodyPr>
          <a:lstStyle>
            <a:lvl1pPr>
              <a:lnSpc>
                <a:spcPct val="100000"/>
              </a:lnSpc>
              <a:defRPr sz="14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lnSpc>
                <a:spcPct val="100000"/>
              </a:lnSpc>
              <a:defRPr sz="12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2pPr>
            <a:lvl3pPr>
              <a:lnSpc>
                <a:spcPct val="100000"/>
              </a:lnSpc>
              <a:defRPr sz="105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3pPr>
            <a:lvl4pPr>
              <a:lnSpc>
                <a:spcPct val="100000"/>
              </a:lnSpc>
              <a:defRPr sz="10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8387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4" y="1211263"/>
            <a:ext cx="8132765" cy="34848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Title Placeholder 5">
            <a:extLst>
              <a:ext uri="{FF2B5EF4-FFF2-40B4-BE49-F238E27FC236}">
                <a16:creationId xmlns:a16="http://schemas.microsoft.com/office/drawing/2014/main" id="{A0613193-D73A-5A4B-9E3D-2F277B4E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9" y="376241"/>
            <a:ext cx="8132765" cy="7191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104309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075" r:id="rId2"/>
    <p:sldLayoutId id="2147484076" r:id="rId3"/>
    <p:sldLayoutId id="2147484072" r:id="rId4"/>
    <p:sldLayoutId id="2147484073" r:id="rId5"/>
    <p:sldLayoutId id="2147484077" r:id="rId6"/>
    <p:sldLayoutId id="2147484078" r:id="rId7"/>
    <p:sldLayoutId id="2147484079" r:id="rId8"/>
    <p:sldLayoutId id="2147484080" r:id="rId9"/>
    <p:sldLayoutId id="2147484046" r:id="rId10"/>
    <p:sldLayoutId id="2147484047" r:id="rId11"/>
    <p:sldLayoutId id="2147484048" r:id="rId12"/>
    <p:sldLayoutId id="2147484050" r:id="rId13"/>
    <p:sldLayoutId id="2147484049" r:id="rId14"/>
    <p:sldLayoutId id="2147484051" r:id="rId15"/>
    <p:sldLayoutId id="2147484052" r:id="rId16"/>
    <p:sldLayoutId id="2147484053" r:id="rId17"/>
    <p:sldLayoutId id="2147484054" r:id="rId18"/>
    <p:sldLayoutId id="2147484055" r:id="rId19"/>
    <p:sldLayoutId id="2147484056" r:id="rId20"/>
    <p:sldLayoutId id="2147484057" r:id="rId21"/>
    <p:sldLayoutId id="2147484058" r:id="rId22"/>
    <p:sldLayoutId id="2147484032" r:id="rId23"/>
    <p:sldLayoutId id="2147484033" r:id="rId24"/>
    <p:sldLayoutId id="2147484034" r:id="rId25"/>
    <p:sldLayoutId id="2147484035" r:id="rId26"/>
    <p:sldLayoutId id="2147484036" r:id="rId27"/>
    <p:sldLayoutId id="2147484067" r:id="rId28"/>
    <p:sldLayoutId id="2147484068" r:id="rId29"/>
    <p:sldLayoutId id="2147484081" r:id="rId30"/>
    <p:sldLayoutId id="2147484069" r:id="rId31"/>
    <p:sldLayoutId id="2147484082" r:id="rId32"/>
    <p:sldLayoutId id="2147484070" r:id="rId33"/>
    <p:sldLayoutId id="2147484083" r:id="rId34"/>
  </p:sldLayoutIdLst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914354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lang="en-US" sz="2400" kern="120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6304" indent="-146304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1pPr>
      <a:lvl2pPr marL="2952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2pPr>
      <a:lvl3pPr marL="4428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3pPr>
      <a:lvl4pPr marL="5904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4pPr>
      <a:lvl5pPr marL="7380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IN" sz="1400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8856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lang="en-US" sz="1400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6pPr>
      <a:lvl7pPr marL="10332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7pPr>
      <a:lvl8pPr marL="11808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8pPr>
      <a:lvl9pPr marL="13284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9pPr>
    </p:bodyStyle>
    <p:otherStyle>
      <a:defPPr>
        <a:defRPr lang="de-DE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" userDrawn="1">
          <p15:clr>
            <a:srgbClr val="A4A3A4"/>
          </p15:clr>
        </p15:guide>
        <p15:guide id="4" orient="horz" pos="228" userDrawn="1">
          <p15:clr>
            <a:srgbClr val="A4A3A4"/>
          </p15:clr>
        </p15:guide>
        <p15:guide id="7" orient="horz" pos="2964" userDrawn="1">
          <p15:clr>
            <a:srgbClr val="A4A3A4"/>
          </p15:clr>
        </p15:guide>
        <p15:guide id="15" orient="horz" pos="1620" userDrawn="1">
          <p15:clr>
            <a:srgbClr val="F26B43"/>
          </p15:clr>
        </p15:guide>
        <p15:guide id="16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4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41584-F229-D15D-57F4-0C4D45EED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Algorithm</a:t>
            </a:r>
            <a:r>
              <a:rPr lang="nl-NL" dirty="0"/>
              <a:t> at </a:t>
            </a:r>
            <a:r>
              <a:rPr lang="nl-NL" dirty="0" err="1"/>
              <a:t>Alice’s</a:t>
            </a:r>
            <a:r>
              <a:rPr lang="nl-NL" dirty="0"/>
              <a:t> side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BE4B93-2092-0923-7869-C63BDBF2EB48}"/>
              </a:ext>
            </a:extLst>
          </p:cNvPr>
          <p:cNvGraphicFramePr>
            <a:graphicFrameLocks noGrp="1"/>
          </p:cNvGraphicFramePr>
          <p:nvPr/>
        </p:nvGraphicFramePr>
        <p:xfrm>
          <a:off x="858110" y="828716"/>
          <a:ext cx="6096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0762136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20235154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9947178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412223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1079478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2827881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977985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03620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209416"/>
                  </a:ext>
                </a:extLst>
              </a:tr>
            </a:tbl>
          </a:graphicData>
        </a:graphic>
      </p:graphicFrame>
      <p:pic>
        <p:nvPicPr>
          <p:cNvPr id="6" name="Picture 4" descr="Box Good Ware Lineal icon">
            <a:extLst>
              <a:ext uri="{FF2B5EF4-FFF2-40B4-BE49-F238E27FC236}">
                <a16:creationId xmlns:a16="http://schemas.microsoft.com/office/drawing/2014/main" id="{508EEF65-3E05-4D17-1D2E-EE8352063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445" y="1271188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ox Good Ware Lineal icon">
            <a:extLst>
              <a:ext uri="{FF2B5EF4-FFF2-40B4-BE49-F238E27FC236}">
                <a16:creationId xmlns:a16="http://schemas.microsoft.com/office/drawing/2014/main" id="{DC8A93B9-04F3-DED1-1525-64EAB3FF1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262" y="1293886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ox Good Ware Lineal icon">
            <a:extLst>
              <a:ext uri="{FF2B5EF4-FFF2-40B4-BE49-F238E27FC236}">
                <a16:creationId xmlns:a16="http://schemas.microsoft.com/office/drawing/2014/main" id="{917AF48E-E69C-F596-EFE0-F895F67EE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672" y="1288076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EB85BE8-6C31-DA11-B93F-D40937F9D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45842"/>
              </p:ext>
            </p:extLst>
          </p:nvPr>
        </p:nvGraphicFramePr>
        <p:xfrm>
          <a:off x="2075616" y="2160654"/>
          <a:ext cx="366098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5247">
                  <a:extLst>
                    <a:ext uri="{9D8B030D-6E8A-4147-A177-3AD203B41FA5}">
                      <a16:colId xmlns:a16="http://schemas.microsoft.com/office/drawing/2014/main" val="107621365"/>
                    </a:ext>
                  </a:extLst>
                </a:gridCol>
                <a:gridCol w="915247">
                  <a:extLst>
                    <a:ext uri="{9D8B030D-6E8A-4147-A177-3AD203B41FA5}">
                      <a16:colId xmlns:a16="http://schemas.microsoft.com/office/drawing/2014/main" val="4202351548"/>
                    </a:ext>
                  </a:extLst>
                </a:gridCol>
                <a:gridCol w="915247">
                  <a:extLst>
                    <a:ext uri="{9D8B030D-6E8A-4147-A177-3AD203B41FA5}">
                      <a16:colId xmlns:a16="http://schemas.microsoft.com/office/drawing/2014/main" val="3799471789"/>
                    </a:ext>
                  </a:extLst>
                </a:gridCol>
                <a:gridCol w="915247">
                  <a:extLst>
                    <a:ext uri="{9D8B030D-6E8A-4147-A177-3AD203B41FA5}">
                      <a16:colId xmlns:a16="http://schemas.microsoft.com/office/drawing/2014/main" val="24122231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209416"/>
                  </a:ext>
                </a:extLst>
              </a:tr>
            </a:tbl>
          </a:graphicData>
        </a:graphic>
      </p:graphicFrame>
      <p:pic>
        <p:nvPicPr>
          <p:cNvPr id="10" name="Picture 4" descr="Box Good Ware Lineal icon">
            <a:extLst>
              <a:ext uri="{FF2B5EF4-FFF2-40B4-BE49-F238E27FC236}">
                <a16:creationId xmlns:a16="http://schemas.microsoft.com/office/drawing/2014/main" id="{CD4C3662-75ED-3FE9-51A1-D96A37EE4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294" y="2571003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ox Good Ware Lineal icon">
            <a:extLst>
              <a:ext uri="{FF2B5EF4-FFF2-40B4-BE49-F238E27FC236}">
                <a16:creationId xmlns:a16="http://schemas.microsoft.com/office/drawing/2014/main" id="{DA62C149-4F08-4564-8019-F70F55BA0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418" y="2592988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327B2D8-A83C-C1EE-419B-80416BDAF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873468"/>
              </p:ext>
            </p:extLst>
          </p:nvPr>
        </p:nvGraphicFramePr>
        <p:xfrm>
          <a:off x="2990863" y="3450525"/>
          <a:ext cx="183049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5247">
                  <a:extLst>
                    <a:ext uri="{9D8B030D-6E8A-4147-A177-3AD203B41FA5}">
                      <a16:colId xmlns:a16="http://schemas.microsoft.com/office/drawing/2014/main" val="107621365"/>
                    </a:ext>
                  </a:extLst>
                </a:gridCol>
                <a:gridCol w="915247">
                  <a:extLst>
                    <a:ext uri="{9D8B030D-6E8A-4147-A177-3AD203B41FA5}">
                      <a16:colId xmlns:a16="http://schemas.microsoft.com/office/drawing/2014/main" val="4202351548"/>
                    </a:ext>
                  </a:extLst>
                </a:gridCol>
              </a:tblGrid>
              <a:tr h="357866">
                <a:tc>
                  <a:txBody>
                    <a:bodyPr/>
                    <a:lstStyle/>
                    <a:p>
                      <a:r>
                        <a:rPr lang="nl-NL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209416"/>
                  </a:ext>
                </a:extLst>
              </a:tr>
            </a:tbl>
          </a:graphicData>
        </a:graphic>
      </p:graphicFrame>
      <p:pic>
        <p:nvPicPr>
          <p:cNvPr id="13" name="Picture 4" descr="Box Good Ware Lineal icon">
            <a:extLst>
              <a:ext uri="{FF2B5EF4-FFF2-40B4-BE49-F238E27FC236}">
                <a16:creationId xmlns:a16="http://schemas.microsoft.com/office/drawing/2014/main" id="{F9CF2CE4-4097-CF07-DD5E-E9C19339F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2248" y="3871025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0A8AFA6-DC1B-30AA-824A-A09F7CBF38BE}"/>
              </a:ext>
            </a:extLst>
          </p:cNvPr>
          <p:cNvGrpSpPr/>
          <p:nvPr/>
        </p:nvGrpSpPr>
        <p:grpSpPr>
          <a:xfrm>
            <a:off x="1116622" y="1260187"/>
            <a:ext cx="971145" cy="961878"/>
            <a:chOff x="1037669" y="1665409"/>
            <a:chExt cx="971145" cy="961878"/>
          </a:xfrm>
        </p:grpSpPr>
        <p:pic>
          <p:nvPicPr>
            <p:cNvPr id="4" name="Picture 4" descr="Box Good Ware Lineal icon">
              <a:extLst>
                <a:ext uri="{FF2B5EF4-FFF2-40B4-BE49-F238E27FC236}">
                  <a16:creationId xmlns:a16="http://schemas.microsoft.com/office/drawing/2014/main" id="{7988745C-6FFE-6A3A-0B55-C0005013DE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8937" y="1687410"/>
              <a:ext cx="939877" cy="9398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4FF2ED6-6B6F-0D9E-56AB-50AE71020DFA}"/>
                </a:ext>
              </a:extLst>
            </p:cNvPr>
            <p:cNvSpPr txBox="1"/>
            <p:nvPr/>
          </p:nvSpPr>
          <p:spPr>
            <a:xfrm>
              <a:off x="1037669" y="1681980"/>
              <a:ext cx="272832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/>
                <a:t>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749BBC8-F0C9-083D-0D48-0B632202D211}"/>
                </a:ext>
              </a:extLst>
            </p:cNvPr>
            <p:cNvSpPr txBox="1"/>
            <p:nvPr/>
          </p:nvSpPr>
          <p:spPr>
            <a:xfrm>
              <a:off x="1711938" y="1665409"/>
              <a:ext cx="272832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/>
                <a:t>1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B6ABD1B-06AC-8B1A-2416-69192D0747CB}"/>
              </a:ext>
            </a:extLst>
          </p:cNvPr>
          <p:cNvSpPr txBox="1"/>
          <p:nvPr/>
        </p:nvSpPr>
        <p:spPr>
          <a:xfrm>
            <a:off x="934607" y="114477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400"/>
              <a:t>=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9041DF-8D88-C655-B62B-CC97432A5126}"/>
              </a:ext>
            </a:extLst>
          </p:cNvPr>
          <p:cNvSpPr txBox="1"/>
          <p:nvPr/>
        </p:nvSpPr>
        <p:spPr>
          <a:xfrm>
            <a:off x="1939169" y="118626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>
                <a:latin typeface="Grotesque" panose="020B0504020202020204" pitchFamily="34" charset="0"/>
              </a:rPr>
              <a:t>≠</a:t>
            </a:r>
            <a:endParaRPr lang="nl-NL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3FAAA42-9FF4-6FE0-97E3-644D3D606460}"/>
              </a:ext>
            </a:extLst>
          </p:cNvPr>
          <p:cNvSpPr/>
          <p:nvPr/>
        </p:nvSpPr>
        <p:spPr>
          <a:xfrm>
            <a:off x="2723846" y="3295901"/>
            <a:ext cx="166266" cy="337504"/>
          </a:xfrm>
          <a:custGeom>
            <a:avLst/>
            <a:gdLst>
              <a:gd name="connsiteX0" fmla="*/ 0 w 629920"/>
              <a:gd name="connsiteY0" fmla="*/ 0 h 298041"/>
              <a:gd name="connsiteX1" fmla="*/ 270933 w 629920"/>
              <a:gd name="connsiteY1" fmla="*/ 250613 h 298041"/>
              <a:gd name="connsiteX2" fmla="*/ 629920 w 629920"/>
              <a:gd name="connsiteY2" fmla="*/ 298026 h 298041"/>
              <a:gd name="connsiteX3" fmla="*/ 629920 w 629920"/>
              <a:gd name="connsiteY3" fmla="*/ 298026 h 298041"/>
              <a:gd name="connsiteX0" fmla="*/ 0 w 399626"/>
              <a:gd name="connsiteY0" fmla="*/ 0 h 264159"/>
              <a:gd name="connsiteX1" fmla="*/ 40639 w 399626"/>
              <a:gd name="connsiteY1" fmla="*/ 216746 h 264159"/>
              <a:gd name="connsiteX2" fmla="*/ 399626 w 399626"/>
              <a:gd name="connsiteY2" fmla="*/ 264159 h 264159"/>
              <a:gd name="connsiteX3" fmla="*/ 399626 w 399626"/>
              <a:gd name="connsiteY3" fmla="*/ 264159 h 264159"/>
              <a:gd name="connsiteX0" fmla="*/ 0 w 399626"/>
              <a:gd name="connsiteY0" fmla="*/ 0 h 299883"/>
              <a:gd name="connsiteX1" fmla="*/ 155785 w 399626"/>
              <a:gd name="connsiteY1" fmla="*/ 284480 h 299883"/>
              <a:gd name="connsiteX2" fmla="*/ 399626 w 399626"/>
              <a:gd name="connsiteY2" fmla="*/ 264159 h 299883"/>
              <a:gd name="connsiteX3" fmla="*/ 399626 w 399626"/>
              <a:gd name="connsiteY3" fmla="*/ 264159 h 299883"/>
              <a:gd name="connsiteX0" fmla="*/ 0 w 487680"/>
              <a:gd name="connsiteY0" fmla="*/ 0 h 292630"/>
              <a:gd name="connsiteX1" fmla="*/ 243839 w 487680"/>
              <a:gd name="connsiteY1" fmla="*/ 277706 h 292630"/>
              <a:gd name="connsiteX2" fmla="*/ 487680 w 487680"/>
              <a:gd name="connsiteY2" fmla="*/ 257385 h 292630"/>
              <a:gd name="connsiteX3" fmla="*/ 487680 w 487680"/>
              <a:gd name="connsiteY3" fmla="*/ 257385 h 292630"/>
              <a:gd name="connsiteX0" fmla="*/ 0 w 487680"/>
              <a:gd name="connsiteY0" fmla="*/ 0 h 292630"/>
              <a:gd name="connsiteX1" fmla="*/ 243839 w 487680"/>
              <a:gd name="connsiteY1" fmla="*/ 277706 h 292630"/>
              <a:gd name="connsiteX2" fmla="*/ 487680 w 487680"/>
              <a:gd name="connsiteY2" fmla="*/ 257385 h 292630"/>
              <a:gd name="connsiteX3" fmla="*/ 487680 w 487680"/>
              <a:gd name="connsiteY3" fmla="*/ 257385 h 292630"/>
              <a:gd name="connsiteX0" fmla="*/ 0 w 480907"/>
              <a:gd name="connsiteY0" fmla="*/ 0 h 321644"/>
              <a:gd name="connsiteX1" fmla="*/ 237066 w 480907"/>
              <a:gd name="connsiteY1" fmla="*/ 304800 h 321644"/>
              <a:gd name="connsiteX2" fmla="*/ 480907 w 480907"/>
              <a:gd name="connsiteY2" fmla="*/ 284479 h 321644"/>
              <a:gd name="connsiteX3" fmla="*/ 480907 w 480907"/>
              <a:gd name="connsiteY3" fmla="*/ 284479 h 321644"/>
              <a:gd name="connsiteX0" fmla="*/ 0 w 501227"/>
              <a:gd name="connsiteY0" fmla="*/ 0 h 365759"/>
              <a:gd name="connsiteX1" fmla="*/ 237066 w 501227"/>
              <a:gd name="connsiteY1" fmla="*/ 304800 h 365759"/>
              <a:gd name="connsiteX2" fmla="*/ 480907 w 501227"/>
              <a:gd name="connsiteY2" fmla="*/ 284479 h 365759"/>
              <a:gd name="connsiteX3" fmla="*/ 501227 w 501227"/>
              <a:gd name="connsiteY3" fmla="*/ 365759 h 365759"/>
              <a:gd name="connsiteX0" fmla="*/ 0 w 514774"/>
              <a:gd name="connsiteY0" fmla="*/ 0 h 365759"/>
              <a:gd name="connsiteX1" fmla="*/ 237066 w 514774"/>
              <a:gd name="connsiteY1" fmla="*/ 304800 h 365759"/>
              <a:gd name="connsiteX2" fmla="*/ 514774 w 514774"/>
              <a:gd name="connsiteY2" fmla="*/ 358986 h 365759"/>
              <a:gd name="connsiteX3" fmla="*/ 501227 w 514774"/>
              <a:gd name="connsiteY3" fmla="*/ 365759 h 36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774" h="365759">
                <a:moveTo>
                  <a:pt x="0" y="0"/>
                </a:moveTo>
                <a:cubicBezTo>
                  <a:pt x="8466" y="147885"/>
                  <a:pt x="151270" y="244969"/>
                  <a:pt x="237066" y="304800"/>
                </a:cubicBezTo>
                <a:cubicBezTo>
                  <a:pt x="322862" y="364631"/>
                  <a:pt x="514774" y="358986"/>
                  <a:pt x="514774" y="358986"/>
                </a:cubicBezTo>
                <a:lnTo>
                  <a:pt x="501227" y="365759"/>
                </a:lnTo>
              </a:path>
            </a:pathLst>
          </a:custGeom>
          <a:noFill/>
          <a:ln w="25400" cap="flat" cmpd="sng" algn="ctr">
            <a:solidFill>
              <a:srgbClr val="0D0D0D"/>
            </a:solidFill>
            <a:prstDash val="solid"/>
            <a:headEnd type="none" w="med" len="med"/>
            <a:tailEnd type="triangl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2917617-5FDA-B028-92D9-ACBFB71021FB}"/>
              </a:ext>
            </a:extLst>
          </p:cNvPr>
          <p:cNvGrpSpPr/>
          <p:nvPr/>
        </p:nvGrpSpPr>
        <p:grpSpPr>
          <a:xfrm>
            <a:off x="801262" y="1231122"/>
            <a:ext cx="1151117" cy="1440237"/>
            <a:chOff x="790095" y="1257029"/>
            <a:chExt cx="1151117" cy="144023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A274794-DAE0-987C-88E2-B93CE1561F14}"/>
                </a:ext>
              </a:extLst>
            </p:cNvPr>
            <p:cNvSpPr/>
            <p:nvPr/>
          </p:nvSpPr>
          <p:spPr>
            <a:xfrm>
              <a:off x="918438" y="1257029"/>
              <a:ext cx="1022774" cy="1300479"/>
            </a:xfrm>
            <a:custGeom>
              <a:avLst/>
              <a:gdLst>
                <a:gd name="connsiteX0" fmla="*/ 0 w 629920"/>
                <a:gd name="connsiteY0" fmla="*/ 0 h 298041"/>
                <a:gd name="connsiteX1" fmla="*/ 270933 w 629920"/>
                <a:gd name="connsiteY1" fmla="*/ 250613 h 298041"/>
                <a:gd name="connsiteX2" fmla="*/ 629920 w 629920"/>
                <a:gd name="connsiteY2" fmla="*/ 298026 h 298041"/>
                <a:gd name="connsiteX3" fmla="*/ 629920 w 629920"/>
                <a:gd name="connsiteY3" fmla="*/ 298026 h 298041"/>
                <a:gd name="connsiteX0" fmla="*/ 0 w 399626"/>
                <a:gd name="connsiteY0" fmla="*/ 0 h 264159"/>
                <a:gd name="connsiteX1" fmla="*/ 40639 w 399626"/>
                <a:gd name="connsiteY1" fmla="*/ 216746 h 264159"/>
                <a:gd name="connsiteX2" fmla="*/ 399626 w 399626"/>
                <a:gd name="connsiteY2" fmla="*/ 264159 h 264159"/>
                <a:gd name="connsiteX3" fmla="*/ 399626 w 399626"/>
                <a:gd name="connsiteY3" fmla="*/ 264159 h 264159"/>
                <a:gd name="connsiteX0" fmla="*/ 0 w 399626"/>
                <a:gd name="connsiteY0" fmla="*/ 0 h 299883"/>
                <a:gd name="connsiteX1" fmla="*/ 155785 w 399626"/>
                <a:gd name="connsiteY1" fmla="*/ 284480 h 299883"/>
                <a:gd name="connsiteX2" fmla="*/ 399626 w 399626"/>
                <a:gd name="connsiteY2" fmla="*/ 264159 h 299883"/>
                <a:gd name="connsiteX3" fmla="*/ 399626 w 399626"/>
                <a:gd name="connsiteY3" fmla="*/ 264159 h 299883"/>
                <a:gd name="connsiteX0" fmla="*/ 0 w 487680"/>
                <a:gd name="connsiteY0" fmla="*/ 0 h 292630"/>
                <a:gd name="connsiteX1" fmla="*/ 243839 w 487680"/>
                <a:gd name="connsiteY1" fmla="*/ 277706 h 292630"/>
                <a:gd name="connsiteX2" fmla="*/ 487680 w 487680"/>
                <a:gd name="connsiteY2" fmla="*/ 257385 h 292630"/>
                <a:gd name="connsiteX3" fmla="*/ 487680 w 487680"/>
                <a:gd name="connsiteY3" fmla="*/ 257385 h 292630"/>
                <a:gd name="connsiteX0" fmla="*/ 0 w 487680"/>
                <a:gd name="connsiteY0" fmla="*/ 0 h 292630"/>
                <a:gd name="connsiteX1" fmla="*/ 243839 w 487680"/>
                <a:gd name="connsiteY1" fmla="*/ 277706 h 292630"/>
                <a:gd name="connsiteX2" fmla="*/ 487680 w 487680"/>
                <a:gd name="connsiteY2" fmla="*/ 257385 h 292630"/>
                <a:gd name="connsiteX3" fmla="*/ 487680 w 487680"/>
                <a:gd name="connsiteY3" fmla="*/ 257385 h 292630"/>
                <a:gd name="connsiteX0" fmla="*/ 0 w 480907"/>
                <a:gd name="connsiteY0" fmla="*/ 0 h 321644"/>
                <a:gd name="connsiteX1" fmla="*/ 237066 w 480907"/>
                <a:gd name="connsiteY1" fmla="*/ 304800 h 321644"/>
                <a:gd name="connsiteX2" fmla="*/ 480907 w 480907"/>
                <a:gd name="connsiteY2" fmla="*/ 284479 h 321644"/>
                <a:gd name="connsiteX3" fmla="*/ 480907 w 480907"/>
                <a:gd name="connsiteY3" fmla="*/ 284479 h 321644"/>
                <a:gd name="connsiteX0" fmla="*/ 0 w 480907"/>
                <a:gd name="connsiteY0" fmla="*/ 0 h 1058620"/>
                <a:gd name="connsiteX1" fmla="*/ 304799 w 480907"/>
                <a:gd name="connsiteY1" fmla="*/ 1056640 h 1058620"/>
                <a:gd name="connsiteX2" fmla="*/ 480907 w 480907"/>
                <a:gd name="connsiteY2" fmla="*/ 284479 h 1058620"/>
                <a:gd name="connsiteX3" fmla="*/ 480907 w 480907"/>
                <a:gd name="connsiteY3" fmla="*/ 284479 h 1058620"/>
                <a:gd name="connsiteX0" fmla="*/ 0 w 1022774"/>
                <a:gd name="connsiteY0" fmla="*/ 0 h 1300479"/>
                <a:gd name="connsiteX1" fmla="*/ 304799 w 1022774"/>
                <a:gd name="connsiteY1" fmla="*/ 1056640 h 1300479"/>
                <a:gd name="connsiteX2" fmla="*/ 480907 w 1022774"/>
                <a:gd name="connsiteY2" fmla="*/ 284479 h 1300479"/>
                <a:gd name="connsiteX3" fmla="*/ 1022774 w 1022774"/>
                <a:gd name="connsiteY3" fmla="*/ 1300479 h 1300479"/>
                <a:gd name="connsiteX0" fmla="*/ 0 w 1022774"/>
                <a:gd name="connsiteY0" fmla="*/ 0 h 1300479"/>
                <a:gd name="connsiteX1" fmla="*/ 304799 w 1022774"/>
                <a:gd name="connsiteY1" fmla="*/ 1056640 h 1300479"/>
                <a:gd name="connsiteX2" fmla="*/ 697653 w 1022774"/>
                <a:gd name="connsiteY2" fmla="*/ 1273386 h 1300479"/>
                <a:gd name="connsiteX3" fmla="*/ 1022774 w 1022774"/>
                <a:gd name="connsiteY3" fmla="*/ 1300479 h 130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2774" h="1300479">
                  <a:moveTo>
                    <a:pt x="0" y="0"/>
                  </a:moveTo>
                  <a:cubicBezTo>
                    <a:pt x="8466" y="147885"/>
                    <a:pt x="188524" y="844409"/>
                    <a:pt x="304799" y="1056640"/>
                  </a:cubicBezTo>
                  <a:cubicBezTo>
                    <a:pt x="421075" y="1268871"/>
                    <a:pt x="697653" y="1273386"/>
                    <a:pt x="697653" y="1273386"/>
                  </a:cubicBezTo>
                  <a:lnTo>
                    <a:pt x="1022774" y="1300479"/>
                  </a:lnTo>
                </a:path>
              </a:pathLst>
            </a:custGeom>
            <a:noFill/>
            <a:ln w="25400" cap="flat" cmpd="sng" algn="ctr">
              <a:solidFill>
                <a:srgbClr val="0D0D0D"/>
              </a:solidFill>
              <a:prstDash val="solid"/>
              <a:headEnd type="none" w="med" len="med"/>
              <a:tailEnd type="triangl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C85508F-AA38-D277-16B6-895DE582BE35}"/>
                </a:ext>
              </a:extLst>
            </p:cNvPr>
            <p:cNvSpPr txBox="1"/>
            <p:nvPr/>
          </p:nvSpPr>
          <p:spPr>
            <a:xfrm>
              <a:off x="790095" y="2466434"/>
              <a:ext cx="70403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900" dirty="0"/>
                <a:t>0 </a:t>
              </a:r>
              <a:r>
                <a:rPr lang="nl-NL" sz="900" dirty="0" err="1"/>
                <a:t>if</a:t>
              </a:r>
              <a:r>
                <a:rPr lang="nl-NL" sz="900" dirty="0"/>
                <a:t> =, 1 </a:t>
              </a:r>
              <a:r>
                <a:rPr lang="nl-NL" sz="900" dirty="0" err="1"/>
                <a:t>if</a:t>
              </a:r>
              <a:r>
                <a:rPr lang="nl-NL" sz="900" dirty="0"/>
                <a:t> </a:t>
              </a:r>
              <a:r>
                <a:rPr lang="nl-NL" sz="900" dirty="0">
                  <a:latin typeface="Grotesque" panose="020B0504020202020204" pitchFamily="34" charset="0"/>
                </a:rPr>
                <a:t>≠</a:t>
              </a:r>
              <a:endParaRPr lang="nl-NL" sz="900" dirty="0"/>
            </a:p>
          </p:txBody>
        </p:sp>
      </p:grpSp>
      <p:sp>
        <p:nvSpPr>
          <p:cNvPr id="24" name="Right Brace 23">
            <a:extLst>
              <a:ext uri="{FF2B5EF4-FFF2-40B4-BE49-F238E27FC236}">
                <a16:creationId xmlns:a16="http://schemas.microsoft.com/office/drawing/2014/main" id="{C1703B1F-D645-D858-4BBC-B486345321FE}"/>
              </a:ext>
            </a:extLst>
          </p:cNvPr>
          <p:cNvSpPr/>
          <p:nvPr/>
        </p:nvSpPr>
        <p:spPr>
          <a:xfrm rot="5400000">
            <a:off x="3085766" y="830876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CD4BA000-CD86-C6B1-9843-6F9AE3B41490}"/>
              </a:ext>
            </a:extLst>
          </p:cNvPr>
          <p:cNvSpPr/>
          <p:nvPr/>
        </p:nvSpPr>
        <p:spPr>
          <a:xfrm rot="5400000">
            <a:off x="4589809" y="841454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BCC051FC-99DD-28DD-7E6F-FA9865135CAC}"/>
              </a:ext>
            </a:extLst>
          </p:cNvPr>
          <p:cNvSpPr/>
          <p:nvPr/>
        </p:nvSpPr>
        <p:spPr>
          <a:xfrm rot="5400000">
            <a:off x="6102887" y="831436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6FA407F0-BBB3-6B24-51E9-2FADD528D71D}"/>
              </a:ext>
            </a:extLst>
          </p:cNvPr>
          <p:cNvSpPr/>
          <p:nvPr/>
        </p:nvSpPr>
        <p:spPr>
          <a:xfrm rot="5400000">
            <a:off x="2900293" y="2143598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F0237666-3ECC-D1E7-73E7-E1547790912B}"/>
              </a:ext>
            </a:extLst>
          </p:cNvPr>
          <p:cNvSpPr/>
          <p:nvPr/>
        </p:nvSpPr>
        <p:spPr>
          <a:xfrm rot="5400000">
            <a:off x="4743633" y="2169027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54330084-CB8E-CF14-4ECF-2D17E6033645}"/>
              </a:ext>
            </a:extLst>
          </p:cNvPr>
          <p:cNvSpPr/>
          <p:nvPr/>
        </p:nvSpPr>
        <p:spPr>
          <a:xfrm rot="5400000">
            <a:off x="3803937" y="3436809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0DFCF1C3-CFA1-F519-0118-20028465B17C}"/>
              </a:ext>
            </a:extLst>
          </p:cNvPr>
          <p:cNvSpPr/>
          <p:nvPr/>
        </p:nvSpPr>
        <p:spPr>
          <a:xfrm rot="5400000">
            <a:off x="1509569" y="840679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BF6C70CC-FDC6-F4B8-1320-B5C731305C62}"/>
              </a:ext>
            </a:extLst>
          </p:cNvPr>
          <p:cNvSpPr/>
          <p:nvPr/>
        </p:nvSpPr>
        <p:spPr>
          <a:xfrm>
            <a:off x="4758196" y="4600346"/>
            <a:ext cx="978408" cy="484632"/>
          </a:xfrm>
          <a:prstGeom prst="rightArrow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EF3AB2-3889-AD39-26A4-C1D798052A20}"/>
              </a:ext>
            </a:extLst>
          </p:cNvPr>
          <p:cNvSpPr txBox="1"/>
          <p:nvPr/>
        </p:nvSpPr>
        <p:spPr>
          <a:xfrm>
            <a:off x="7579422" y="390928"/>
            <a:ext cx="1388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/>
              <a:t>Original bits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EB9410-D872-BD0E-2B87-6A1E468C015D}"/>
              </a:ext>
            </a:extLst>
          </p:cNvPr>
          <p:cNvSpPr txBox="1"/>
          <p:nvPr/>
        </p:nvSpPr>
        <p:spPr>
          <a:xfrm>
            <a:off x="5710672" y="4681929"/>
            <a:ext cx="30276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Output is </a:t>
            </a:r>
            <a:r>
              <a:rPr lang="nl-NL" dirty="0" err="1"/>
              <a:t>communicated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Bob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66DAC1B2-4240-9630-7676-3FFA41A094B2}"/>
              </a:ext>
            </a:extLst>
          </p:cNvPr>
          <p:cNvSpPr/>
          <p:nvPr/>
        </p:nvSpPr>
        <p:spPr>
          <a:xfrm rot="10800000">
            <a:off x="7090218" y="744406"/>
            <a:ext cx="978408" cy="484632"/>
          </a:xfrm>
          <a:prstGeom prst="rightArrow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99B4632-66C8-A4CD-1BAE-479A2C091A59}"/>
              </a:ext>
            </a:extLst>
          </p:cNvPr>
          <p:cNvGrpSpPr/>
          <p:nvPr/>
        </p:nvGrpSpPr>
        <p:grpSpPr>
          <a:xfrm>
            <a:off x="1864268" y="2626227"/>
            <a:ext cx="1021875" cy="1210910"/>
            <a:chOff x="919336" y="1443925"/>
            <a:chExt cx="1021875" cy="1246582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9F2F379-A8D3-4254-B798-90BFEF442C61}"/>
                </a:ext>
              </a:extLst>
            </p:cNvPr>
            <p:cNvSpPr/>
            <p:nvPr/>
          </p:nvSpPr>
          <p:spPr>
            <a:xfrm>
              <a:off x="1305540" y="1443925"/>
              <a:ext cx="635671" cy="1113583"/>
            </a:xfrm>
            <a:custGeom>
              <a:avLst/>
              <a:gdLst>
                <a:gd name="connsiteX0" fmla="*/ 0 w 629920"/>
                <a:gd name="connsiteY0" fmla="*/ 0 h 298041"/>
                <a:gd name="connsiteX1" fmla="*/ 270933 w 629920"/>
                <a:gd name="connsiteY1" fmla="*/ 250613 h 298041"/>
                <a:gd name="connsiteX2" fmla="*/ 629920 w 629920"/>
                <a:gd name="connsiteY2" fmla="*/ 298026 h 298041"/>
                <a:gd name="connsiteX3" fmla="*/ 629920 w 629920"/>
                <a:gd name="connsiteY3" fmla="*/ 298026 h 298041"/>
                <a:gd name="connsiteX0" fmla="*/ 0 w 399626"/>
                <a:gd name="connsiteY0" fmla="*/ 0 h 264159"/>
                <a:gd name="connsiteX1" fmla="*/ 40639 w 399626"/>
                <a:gd name="connsiteY1" fmla="*/ 216746 h 264159"/>
                <a:gd name="connsiteX2" fmla="*/ 399626 w 399626"/>
                <a:gd name="connsiteY2" fmla="*/ 264159 h 264159"/>
                <a:gd name="connsiteX3" fmla="*/ 399626 w 399626"/>
                <a:gd name="connsiteY3" fmla="*/ 264159 h 264159"/>
                <a:gd name="connsiteX0" fmla="*/ 0 w 399626"/>
                <a:gd name="connsiteY0" fmla="*/ 0 h 299883"/>
                <a:gd name="connsiteX1" fmla="*/ 155785 w 399626"/>
                <a:gd name="connsiteY1" fmla="*/ 284480 h 299883"/>
                <a:gd name="connsiteX2" fmla="*/ 399626 w 399626"/>
                <a:gd name="connsiteY2" fmla="*/ 264159 h 299883"/>
                <a:gd name="connsiteX3" fmla="*/ 399626 w 399626"/>
                <a:gd name="connsiteY3" fmla="*/ 264159 h 299883"/>
                <a:gd name="connsiteX0" fmla="*/ 0 w 487680"/>
                <a:gd name="connsiteY0" fmla="*/ 0 h 292630"/>
                <a:gd name="connsiteX1" fmla="*/ 243839 w 487680"/>
                <a:gd name="connsiteY1" fmla="*/ 277706 h 292630"/>
                <a:gd name="connsiteX2" fmla="*/ 487680 w 487680"/>
                <a:gd name="connsiteY2" fmla="*/ 257385 h 292630"/>
                <a:gd name="connsiteX3" fmla="*/ 487680 w 487680"/>
                <a:gd name="connsiteY3" fmla="*/ 257385 h 292630"/>
                <a:gd name="connsiteX0" fmla="*/ 0 w 487680"/>
                <a:gd name="connsiteY0" fmla="*/ 0 h 292630"/>
                <a:gd name="connsiteX1" fmla="*/ 243839 w 487680"/>
                <a:gd name="connsiteY1" fmla="*/ 277706 h 292630"/>
                <a:gd name="connsiteX2" fmla="*/ 487680 w 487680"/>
                <a:gd name="connsiteY2" fmla="*/ 257385 h 292630"/>
                <a:gd name="connsiteX3" fmla="*/ 487680 w 487680"/>
                <a:gd name="connsiteY3" fmla="*/ 257385 h 292630"/>
                <a:gd name="connsiteX0" fmla="*/ 0 w 480907"/>
                <a:gd name="connsiteY0" fmla="*/ 0 h 321644"/>
                <a:gd name="connsiteX1" fmla="*/ 237066 w 480907"/>
                <a:gd name="connsiteY1" fmla="*/ 304800 h 321644"/>
                <a:gd name="connsiteX2" fmla="*/ 480907 w 480907"/>
                <a:gd name="connsiteY2" fmla="*/ 284479 h 321644"/>
                <a:gd name="connsiteX3" fmla="*/ 480907 w 480907"/>
                <a:gd name="connsiteY3" fmla="*/ 284479 h 321644"/>
                <a:gd name="connsiteX0" fmla="*/ 0 w 480907"/>
                <a:gd name="connsiteY0" fmla="*/ 0 h 1058620"/>
                <a:gd name="connsiteX1" fmla="*/ 304799 w 480907"/>
                <a:gd name="connsiteY1" fmla="*/ 1056640 h 1058620"/>
                <a:gd name="connsiteX2" fmla="*/ 480907 w 480907"/>
                <a:gd name="connsiteY2" fmla="*/ 284479 h 1058620"/>
                <a:gd name="connsiteX3" fmla="*/ 480907 w 480907"/>
                <a:gd name="connsiteY3" fmla="*/ 284479 h 1058620"/>
                <a:gd name="connsiteX0" fmla="*/ 0 w 1022774"/>
                <a:gd name="connsiteY0" fmla="*/ 0 h 1300479"/>
                <a:gd name="connsiteX1" fmla="*/ 304799 w 1022774"/>
                <a:gd name="connsiteY1" fmla="*/ 1056640 h 1300479"/>
                <a:gd name="connsiteX2" fmla="*/ 480907 w 1022774"/>
                <a:gd name="connsiteY2" fmla="*/ 284479 h 1300479"/>
                <a:gd name="connsiteX3" fmla="*/ 1022774 w 1022774"/>
                <a:gd name="connsiteY3" fmla="*/ 1300479 h 1300479"/>
                <a:gd name="connsiteX0" fmla="*/ 0 w 1022774"/>
                <a:gd name="connsiteY0" fmla="*/ 0 h 1300479"/>
                <a:gd name="connsiteX1" fmla="*/ 304799 w 1022774"/>
                <a:gd name="connsiteY1" fmla="*/ 1056640 h 1300479"/>
                <a:gd name="connsiteX2" fmla="*/ 697653 w 1022774"/>
                <a:gd name="connsiteY2" fmla="*/ 1273386 h 1300479"/>
                <a:gd name="connsiteX3" fmla="*/ 1022774 w 1022774"/>
                <a:gd name="connsiteY3" fmla="*/ 1300479 h 130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2774" h="1300479">
                  <a:moveTo>
                    <a:pt x="0" y="0"/>
                  </a:moveTo>
                  <a:cubicBezTo>
                    <a:pt x="8466" y="147885"/>
                    <a:pt x="188524" y="844409"/>
                    <a:pt x="304799" y="1056640"/>
                  </a:cubicBezTo>
                  <a:cubicBezTo>
                    <a:pt x="421075" y="1268871"/>
                    <a:pt x="697653" y="1273386"/>
                    <a:pt x="697653" y="1273386"/>
                  </a:cubicBezTo>
                  <a:lnTo>
                    <a:pt x="1022774" y="1300479"/>
                  </a:lnTo>
                </a:path>
              </a:pathLst>
            </a:custGeom>
            <a:noFill/>
            <a:ln w="25400" cap="flat" cmpd="sng" algn="ctr">
              <a:solidFill>
                <a:srgbClr val="0D0D0D"/>
              </a:solidFill>
              <a:prstDash val="solid"/>
              <a:headEnd type="none" w="med" len="med"/>
              <a:tailEnd type="triangl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52995A6-6D6A-62C2-81ED-BFDED936D0AB}"/>
                </a:ext>
              </a:extLst>
            </p:cNvPr>
            <p:cNvSpPr txBox="1"/>
            <p:nvPr/>
          </p:nvSpPr>
          <p:spPr>
            <a:xfrm>
              <a:off x="919336" y="2459675"/>
              <a:ext cx="70403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900" dirty="0"/>
                <a:t>0 </a:t>
              </a:r>
              <a:r>
                <a:rPr lang="nl-NL" sz="900" dirty="0" err="1"/>
                <a:t>if</a:t>
              </a:r>
              <a:r>
                <a:rPr lang="nl-NL" sz="900" dirty="0"/>
                <a:t> =, 1 </a:t>
              </a:r>
              <a:r>
                <a:rPr lang="nl-NL" sz="900" dirty="0" err="1"/>
                <a:t>if</a:t>
              </a:r>
              <a:r>
                <a:rPr lang="nl-NL" sz="900" dirty="0"/>
                <a:t> </a:t>
              </a:r>
              <a:r>
                <a:rPr lang="nl-NL" sz="900" dirty="0">
                  <a:latin typeface="Grotesque" panose="020B0504020202020204" pitchFamily="34" charset="0"/>
                </a:rPr>
                <a:t>≠</a:t>
              </a:r>
              <a:endParaRPr lang="nl-NL" sz="900" dirty="0"/>
            </a:p>
          </p:txBody>
        </p: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087C602B-01F8-05DD-D264-3F22E3C51FEF}"/>
              </a:ext>
            </a:extLst>
          </p:cNvPr>
          <p:cNvSpPr/>
          <p:nvPr/>
        </p:nvSpPr>
        <p:spPr>
          <a:xfrm>
            <a:off x="1492939" y="2031315"/>
            <a:ext cx="459440" cy="300082"/>
          </a:xfrm>
          <a:custGeom>
            <a:avLst/>
            <a:gdLst>
              <a:gd name="connsiteX0" fmla="*/ 0 w 629920"/>
              <a:gd name="connsiteY0" fmla="*/ 0 h 298041"/>
              <a:gd name="connsiteX1" fmla="*/ 270933 w 629920"/>
              <a:gd name="connsiteY1" fmla="*/ 250613 h 298041"/>
              <a:gd name="connsiteX2" fmla="*/ 629920 w 629920"/>
              <a:gd name="connsiteY2" fmla="*/ 298026 h 298041"/>
              <a:gd name="connsiteX3" fmla="*/ 629920 w 629920"/>
              <a:gd name="connsiteY3" fmla="*/ 298026 h 298041"/>
              <a:gd name="connsiteX0" fmla="*/ 0 w 399626"/>
              <a:gd name="connsiteY0" fmla="*/ 0 h 264159"/>
              <a:gd name="connsiteX1" fmla="*/ 40639 w 399626"/>
              <a:gd name="connsiteY1" fmla="*/ 216746 h 264159"/>
              <a:gd name="connsiteX2" fmla="*/ 399626 w 399626"/>
              <a:gd name="connsiteY2" fmla="*/ 264159 h 264159"/>
              <a:gd name="connsiteX3" fmla="*/ 399626 w 399626"/>
              <a:gd name="connsiteY3" fmla="*/ 264159 h 264159"/>
              <a:gd name="connsiteX0" fmla="*/ 0 w 399626"/>
              <a:gd name="connsiteY0" fmla="*/ 0 h 299883"/>
              <a:gd name="connsiteX1" fmla="*/ 155785 w 399626"/>
              <a:gd name="connsiteY1" fmla="*/ 284480 h 299883"/>
              <a:gd name="connsiteX2" fmla="*/ 399626 w 399626"/>
              <a:gd name="connsiteY2" fmla="*/ 264159 h 299883"/>
              <a:gd name="connsiteX3" fmla="*/ 399626 w 399626"/>
              <a:gd name="connsiteY3" fmla="*/ 264159 h 299883"/>
              <a:gd name="connsiteX0" fmla="*/ 0 w 487680"/>
              <a:gd name="connsiteY0" fmla="*/ 0 h 292630"/>
              <a:gd name="connsiteX1" fmla="*/ 243839 w 487680"/>
              <a:gd name="connsiteY1" fmla="*/ 277706 h 292630"/>
              <a:gd name="connsiteX2" fmla="*/ 487680 w 487680"/>
              <a:gd name="connsiteY2" fmla="*/ 257385 h 292630"/>
              <a:gd name="connsiteX3" fmla="*/ 487680 w 487680"/>
              <a:gd name="connsiteY3" fmla="*/ 257385 h 292630"/>
              <a:gd name="connsiteX0" fmla="*/ 0 w 487680"/>
              <a:gd name="connsiteY0" fmla="*/ 0 h 292630"/>
              <a:gd name="connsiteX1" fmla="*/ 243839 w 487680"/>
              <a:gd name="connsiteY1" fmla="*/ 277706 h 292630"/>
              <a:gd name="connsiteX2" fmla="*/ 487680 w 487680"/>
              <a:gd name="connsiteY2" fmla="*/ 257385 h 292630"/>
              <a:gd name="connsiteX3" fmla="*/ 487680 w 487680"/>
              <a:gd name="connsiteY3" fmla="*/ 257385 h 292630"/>
              <a:gd name="connsiteX0" fmla="*/ 0 w 480907"/>
              <a:gd name="connsiteY0" fmla="*/ 0 h 321644"/>
              <a:gd name="connsiteX1" fmla="*/ 237066 w 480907"/>
              <a:gd name="connsiteY1" fmla="*/ 304800 h 321644"/>
              <a:gd name="connsiteX2" fmla="*/ 480907 w 480907"/>
              <a:gd name="connsiteY2" fmla="*/ 284479 h 321644"/>
              <a:gd name="connsiteX3" fmla="*/ 480907 w 480907"/>
              <a:gd name="connsiteY3" fmla="*/ 284479 h 321644"/>
              <a:gd name="connsiteX0" fmla="*/ 0 w 501227"/>
              <a:gd name="connsiteY0" fmla="*/ 0 h 365759"/>
              <a:gd name="connsiteX1" fmla="*/ 237066 w 501227"/>
              <a:gd name="connsiteY1" fmla="*/ 304800 h 365759"/>
              <a:gd name="connsiteX2" fmla="*/ 480907 w 501227"/>
              <a:gd name="connsiteY2" fmla="*/ 284479 h 365759"/>
              <a:gd name="connsiteX3" fmla="*/ 501227 w 501227"/>
              <a:gd name="connsiteY3" fmla="*/ 365759 h 365759"/>
              <a:gd name="connsiteX0" fmla="*/ 0 w 514774"/>
              <a:gd name="connsiteY0" fmla="*/ 0 h 365759"/>
              <a:gd name="connsiteX1" fmla="*/ 237066 w 514774"/>
              <a:gd name="connsiteY1" fmla="*/ 304800 h 365759"/>
              <a:gd name="connsiteX2" fmla="*/ 514774 w 514774"/>
              <a:gd name="connsiteY2" fmla="*/ 358986 h 365759"/>
              <a:gd name="connsiteX3" fmla="*/ 501227 w 514774"/>
              <a:gd name="connsiteY3" fmla="*/ 365759 h 36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774" h="365759">
                <a:moveTo>
                  <a:pt x="0" y="0"/>
                </a:moveTo>
                <a:cubicBezTo>
                  <a:pt x="8466" y="147885"/>
                  <a:pt x="151270" y="244969"/>
                  <a:pt x="237066" y="304800"/>
                </a:cubicBezTo>
                <a:cubicBezTo>
                  <a:pt x="322862" y="364631"/>
                  <a:pt x="514774" y="358986"/>
                  <a:pt x="514774" y="358986"/>
                </a:cubicBezTo>
                <a:lnTo>
                  <a:pt x="501227" y="365759"/>
                </a:lnTo>
              </a:path>
            </a:pathLst>
          </a:custGeom>
          <a:noFill/>
          <a:ln w="25400" cap="flat" cmpd="sng" algn="ctr">
            <a:solidFill>
              <a:srgbClr val="0D0D0D"/>
            </a:solidFill>
            <a:prstDash val="solid"/>
            <a:headEnd type="none" w="med" len="med"/>
            <a:tailEnd type="triangl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01BB3F7D-3A25-2467-CEA7-B599F97BCE51}"/>
              </a:ext>
            </a:extLst>
          </p:cNvPr>
          <p:cNvSpPr/>
          <p:nvPr/>
        </p:nvSpPr>
        <p:spPr>
          <a:xfrm>
            <a:off x="3428108" y="4519877"/>
            <a:ext cx="166266" cy="337504"/>
          </a:xfrm>
          <a:custGeom>
            <a:avLst/>
            <a:gdLst>
              <a:gd name="connsiteX0" fmla="*/ 0 w 629920"/>
              <a:gd name="connsiteY0" fmla="*/ 0 h 298041"/>
              <a:gd name="connsiteX1" fmla="*/ 270933 w 629920"/>
              <a:gd name="connsiteY1" fmla="*/ 250613 h 298041"/>
              <a:gd name="connsiteX2" fmla="*/ 629920 w 629920"/>
              <a:gd name="connsiteY2" fmla="*/ 298026 h 298041"/>
              <a:gd name="connsiteX3" fmla="*/ 629920 w 629920"/>
              <a:gd name="connsiteY3" fmla="*/ 298026 h 298041"/>
              <a:gd name="connsiteX0" fmla="*/ 0 w 399626"/>
              <a:gd name="connsiteY0" fmla="*/ 0 h 264159"/>
              <a:gd name="connsiteX1" fmla="*/ 40639 w 399626"/>
              <a:gd name="connsiteY1" fmla="*/ 216746 h 264159"/>
              <a:gd name="connsiteX2" fmla="*/ 399626 w 399626"/>
              <a:gd name="connsiteY2" fmla="*/ 264159 h 264159"/>
              <a:gd name="connsiteX3" fmla="*/ 399626 w 399626"/>
              <a:gd name="connsiteY3" fmla="*/ 264159 h 264159"/>
              <a:gd name="connsiteX0" fmla="*/ 0 w 399626"/>
              <a:gd name="connsiteY0" fmla="*/ 0 h 299883"/>
              <a:gd name="connsiteX1" fmla="*/ 155785 w 399626"/>
              <a:gd name="connsiteY1" fmla="*/ 284480 h 299883"/>
              <a:gd name="connsiteX2" fmla="*/ 399626 w 399626"/>
              <a:gd name="connsiteY2" fmla="*/ 264159 h 299883"/>
              <a:gd name="connsiteX3" fmla="*/ 399626 w 399626"/>
              <a:gd name="connsiteY3" fmla="*/ 264159 h 299883"/>
              <a:gd name="connsiteX0" fmla="*/ 0 w 487680"/>
              <a:gd name="connsiteY0" fmla="*/ 0 h 292630"/>
              <a:gd name="connsiteX1" fmla="*/ 243839 w 487680"/>
              <a:gd name="connsiteY1" fmla="*/ 277706 h 292630"/>
              <a:gd name="connsiteX2" fmla="*/ 487680 w 487680"/>
              <a:gd name="connsiteY2" fmla="*/ 257385 h 292630"/>
              <a:gd name="connsiteX3" fmla="*/ 487680 w 487680"/>
              <a:gd name="connsiteY3" fmla="*/ 257385 h 292630"/>
              <a:gd name="connsiteX0" fmla="*/ 0 w 487680"/>
              <a:gd name="connsiteY0" fmla="*/ 0 h 292630"/>
              <a:gd name="connsiteX1" fmla="*/ 243839 w 487680"/>
              <a:gd name="connsiteY1" fmla="*/ 277706 h 292630"/>
              <a:gd name="connsiteX2" fmla="*/ 487680 w 487680"/>
              <a:gd name="connsiteY2" fmla="*/ 257385 h 292630"/>
              <a:gd name="connsiteX3" fmla="*/ 487680 w 487680"/>
              <a:gd name="connsiteY3" fmla="*/ 257385 h 292630"/>
              <a:gd name="connsiteX0" fmla="*/ 0 w 480907"/>
              <a:gd name="connsiteY0" fmla="*/ 0 h 321644"/>
              <a:gd name="connsiteX1" fmla="*/ 237066 w 480907"/>
              <a:gd name="connsiteY1" fmla="*/ 304800 h 321644"/>
              <a:gd name="connsiteX2" fmla="*/ 480907 w 480907"/>
              <a:gd name="connsiteY2" fmla="*/ 284479 h 321644"/>
              <a:gd name="connsiteX3" fmla="*/ 480907 w 480907"/>
              <a:gd name="connsiteY3" fmla="*/ 284479 h 321644"/>
              <a:gd name="connsiteX0" fmla="*/ 0 w 501227"/>
              <a:gd name="connsiteY0" fmla="*/ 0 h 365759"/>
              <a:gd name="connsiteX1" fmla="*/ 237066 w 501227"/>
              <a:gd name="connsiteY1" fmla="*/ 304800 h 365759"/>
              <a:gd name="connsiteX2" fmla="*/ 480907 w 501227"/>
              <a:gd name="connsiteY2" fmla="*/ 284479 h 365759"/>
              <a:gd name="connsiteX3" fmla="*/ 501227 w 501227"/>
              <a:gd name="connsiteY3" fmla="*/ 365759 h 365759"/>
              <a:gd name="connsiteX0" fmla="*/ 0 w 514774"/>
              <a:gd name="connsiteY0" fmla="*/ 0 h 365759"/>
              <a:gd name="connsiteX1" fmla="*/ 237066 w 514774"/>
              <a:gd name="connsiteY1" fmla="*/ 304800 h 365759"/>
              <a:gd name="connsiteX2" fmla="*/ 514774 w 514774"/>
              <a:gd name="connsiteY2" fmla="*/ 358986 h 365759"/>
              <a:gd name="connsiteX3" fmla="*/ 501227 w 514774"/>
              <a:gd name="connsiteY3" fmla="*/ 365759 h 36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774" h="365759">
                <a:moveTo>
                  <a:pt x="0" y="0"/>
                </a:moveTo>
                <a:cubicBezTo>
                  <a:pt x="8466" y="147885"/>
                  <a:pt x="151270" y="244969"/>
                  <a:pt x="237066" y="304800"/>
                </a:cubicBezTo>
                <a:cubicBezTo>
                  <a:pt x="322862" y="364631"/>
                  <a:pt x="514774" y="358986"/>
                  <a:pt x="514774" y="358986"/>
                </a:cubicBezTo>
                <a:lnTo>
                  <a:pt x="501227" y="365759"/>
                </a:lnTo>
              </a:path>
            </a:pathLst>
          </a:custGeom>
          <a:noFill/>
          <a:ln w="25400" cap="flat" cmpd="sng" algn="ctr">
            <a:solidFill>
              <a:srgbClr val="0D0D0D"/>
            </a:solidFill>
            <a:prstDash val="solid"/>
            <a:headEnd type="none" w="med" len="med"/>
            <a:tailEnd type="triangl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88DDA48-991F-2C38-5894-E39DBC333761}"/>
              </a:ext>
            </a:extLst>
          </p:cNvPr>
          <p:cNvGrpSpPr/>
          <p:nvPr/>
        </p:nvGrpSpPr>
        <p:grpSpPr>
          <a:xfrm>
            <a:off x="2730570" y="3862123"/>
            <a:ext cx="863275" cy="1210910"/>
            <a:chOff x="919336" y="1443925"/>
            <a:chExt cx="1021875" cy="1246582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AFE55BB-4F0F-530C-90E7-87E49FA71924}"/>
                </a:ext>
              </a:extLst>
            </p:cNvPr>
            <p:cNvSpPr/>
            <p:nvPr/>
          </p:nvSpPr>
          <p:spPr>
            <a:xfrm>
              <a:off x="1305540" y="1443925"/>
              <a:ext cx="635671" cy="1113583"/>
            </a:xfrm>
            <a:custGeom>
              <a:avLst/>
              <a:gdLst>
                <a:gd name="connsiteX0" fmla="*/ 0 w 629920"/>
                <a:gd name="connsiteY0" fmla="*/ 0 h 298041"/>
                <a:gd name="connsiteX1" fmla="*/ 270933 w 629920"/>
                <a:gd name="connsiteY1" fmla="*/ 250613 h 298041"/>
                <a:gd name="connsiteX2" fmla="*/ 629920 w 629920"/>
                <a:gd name="connsiteY2" fmla="*/ 298026 h 298041"/>
                <a:gd name="connsiteX3" fmla="*/ 629920 w 629920"/>
                <a:gd name="connsiteY3" fmla="*/ 298026 h 298041"/>
                <a:gd name="connsiteX0" fmla="*/ 0 w 399626"/>
                <a:gd name="connsiteY0" fmla="*/ 0 h 264159"/>
                <a:gd name="connsiteX1" fmla="*/ 40639 w 399626"/>
                <a:gd name="connsiteY1" fmla="*/ 216746 h 264159"/>
                <a:gd name="connsiteX2" fmla="*/ 399626 w 399626"/>
                <a:gd name="connsiteY2" fmla="*/ 264159 h 264159"/>
                <a:gd name="connsiteX3" fmla="*/ 399626 w 399626"/>
                <a:gd name="connsiteY3" fmla="*/ 264159 h 264159"/>
                <a:gd name="connsiteX0" fmla="*/ 0 w 399626"/>
                <a:gd name="connsiteY0" fmla="*/ 0 h 299883"/>
                <a:gd name="connsiteX1" fmla="*/ 155785 w 399626"/>
                <a:gd name="connsiteY1" fmla="*/ 284480 h 299883"/>
                <a:gd name="connsiteX2" fmla="*/ 399626 w 399626"/>
                <a:gd name="connsiteY2" fmla="*/ 264159 h 299883"/>
                <a:gd name="connsiteX3" fmla="*/ 399626 w 399626"/>
                <a:gd name="connsiteY3" fmla="*/ 264159 h 299883"/>
                <a:gd name="connsiteX0" fmla="*/ 0 w 487680"/>
                <a:gd name="connsiteY0" fmla="*/ 0 h 292630"/>
                <a:gd name="connsiteX1" fmla="*/ 243839 w 487680"/>
                <a:gd name="connsiteY1" fmla="*/ 277706 h 292630"/>
                <a:gd name="connsiteX2" fmla="*/ 487680 w 487680"/>
                <a:gd name="connsiteY2" fmla="*/ 257385 h 292630"/>
                <a:gd name="connsiteX3" fmla="*/ 487680 w 487680"/>
                <a:gd name="connsiteY3" fmla="*/ 257385 h 292630"/>
                <a:gd name="connsiteX0" fmla="*/ 0 w 487680"/>
                <a:gd name="connsiteY0" fmla="*/ 0 h 292630"/>
                <a:gd name="connsiteX1" fmla="*/ 243839 w 487680"/>
                <a:gd name="connsiteY1" fmla="*/ 277706 h 292630"/>
                <a:gd name="connsiteX2" fmla="*/ 487680 w 487680"/>
                <a:gd name="connsiteY2" fmla="*/ 257385 h 292630"/>
                <a:gd name="connsiteX3" fmla="*/ 487680 w 487680"/>
                <a:gd name="connsiteY3" fmla="*/ 257385 h 292630"/>
                <a:gd name="connsiteX0" fmla="*/ 0 w 480907"/>
                <a:gd name="connsiteY0" fmla="*/ 0 h 321644"/>
                <a:gd name="connsiteX1" fmla="*/ 237066 w 480907"/>
                <a:gd name="connsiteY1" fmla="*/ 304800 h 321644"/>
                <a:gd name="connsiteX2" fmla="*/ 480907 w 480907"/>
                <a:gd name="connsiteY2" fmla="*/ 284479 h 321644"/>
                <a:gd name="connsiteX3" fmla="*/ 480907 w 480907"/>
                <a:gd name="connsiteY3" fmla="*/ 284479 h 321644"/>
                <a:gd name="connsiteX0" fmla="*/ 0 w 480907"/>
                <a:gd name="connsiteY0" fmla="*/ 0 h 1058620"/>
                <a:gd name="connsiteX1" fmla="*/ 304799 w 480907"/>
                <a:gd name="connsiteY1" fmla="*/ 1056640 h 1058620"/>
                <a:gd name="connsiteX2" fmla="*/ 480907 w 480907"/>
                <a:gd name="connsiteY2" fmla="*/ 284479 h 1058620"/>
                <a:gd name="connsiteX3" fmla="*/ 480907 w 480907"/>
                <a:gd name="connsiteY3" fmla="*/ 284479 h 1058620"/>
                <a:gd name="connsiteX0" fmla="*/ 0 w 1022774"/>
                <a:gd name="connsiteY0" fmla="*/ 0 h 1300479"/>
                <a:gd name="connsiteX1" fmla="*/ 304799 w 1022774"/>
                <a:gd name="connsiteY1" fmla="*/ 1056640 h 1300479"/>
                <a:gd name="connsiteX2" fmla="*/ 480907 w 1022774"/>
                <a:gd name="connsiteY2" fmla="*/ 284479 h 1300479"/>
                <a:gd name="connsiteX3" fmla="*/ 1022774 w 1022774"/>
                <a:gd name="connsiteY3" fmla="*/ 1300479 h 1300479"/>
                <a:gd name="connsiteX0" fmla="*/ 0 w 1022774"/>
                <a:gd name="connsiteY0" fmla="*/ 0 h 1300479"/>
                <a:gd name="connsiteX1" fmla="*/ 304799 w 1022774"/>
                <a:gd name="connsiteY1" fmla="*/ 1056640 h 1300479"/>
                <a:gd name="connsiteX2" fmla="*/ 697653 w 1022774"/>
                <a:gd name="connsiteY2" fmla="*/ 1273386 h 1300479"/>
                <a:gd name="connsiteX3" fmla="*/ 1022774 w 1022774"/>
                <a:gd name="connsiteY3" fmla="*/ 1300479 h 130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2774" h="1300479">
                  <a:moveTo>
                    <a:pt x="0" y="0"/>
                  </a:moveTo>
                  <a:cubicBezTo>
                    <a:pt x="8466" y="147885"/>
                    <a:pt x="188524" y="844409"/>
                    <a:pt x="304799" y="1056640"/>
                  </a:cubicBezTo>
                  <a:cubicBezTo>
                    <a:pt x="421075" y="1268871"/>
                    <a:pt x="697653" y="1273386"/>
                    <a:pt x="697653" y="1273386"/>
                  </a:cubicBezTo>
                  <a:lnTo>
                    <a:pt x="1022774" y="1300479"/>
                  </a:lnTo>
                </a:path>
              </a:pathLst>
            </a:custGeom>
            <a:noFill/>
            <a:ln w="25400" cap="flat" cmpd="sng" algn="ctr">
              <a:solidFill>
                <a:srgbClr val="0D0D0D"/>
              </a:solidFill>
              <a:prstDash val="solid"/>
              <a:headEnd type="none" w="med" len="med"/>
              <a:tailEnd type="triangl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551D40E-F93D-6855-E2C9-FE71E7FC719C}"/>
                </a:ext>
              </a:extLst>
            </p:cNvPr>
            <p:cNvSpPr txBox="1"/>
            <p:nvPr/>
          </p:nvSpPr>
          <p:spPr>
            <a:xfrm>
              <a:off x="919336" y="2459675"/>
              <a:ext cx="70403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900" dirty="0"/>
                <a:t>0 </a:t>
              </a:r>
              <a:r>
                <a:rPr lang="nl-NL" sz="900" dirty="0" err="1"/>
                <a:t>if</a:t>
              </a:r>
              <a:r>
                <a:rPr lang="nl-NL" sz="900" dirty="0"/>
                <a:t> =, 1 </a:t>
              </a:r>
              <a:r>
                <a:rPr lang="nl-NL" sz="900" dirty="0" err="1"/>
                <a:t>if</a:t>
              </a:r>
              <a:r>
                <a:rPr lang="nl-NL" sz="900" dirty="0"/>
                <a:t> </a:t>
              </a:r>
              <a:r>
                <a:rPr lang="nl-NL" sz="900" dirty="0">
                  <a:latin typeface="Grotesque" panose="020B0504020202020204" pitchFamily="34" charset="0"/>
                </a:rPr>
                <a:t>≠</a:t>
              </a:r>
              <a:endParaRPr lang="nl-NL" sz="900" dirty="0"/>
            </a:p>
          </p:txBody>
        </p:sp>
      </p:grp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504648DE-D8EE-48E1-75A0-937E8E5B1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816569"/>
              </p:ext>
            </p:extLst>
          </p:nvPr>
        </p:nvGraphicFramePr>
        <p:xfrm>
          <a:off x="3638971" y="4707273"/>
          <a:ext cx="915247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5247">
                  <a:extLst>
                    <a:ext uri="{9D8B030D-6E8A-4147-A177-3AD203B41FA5}">
                      <a16:colId xmlns:a16="http://schemas.microsoft.com/office/drawing/2014/main" val="107621365"/>
                    </a:ext>
                  </a:extLst>
                </a:gridCol>
              </a:tblGrid>
              <a:tr h="362511"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209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502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41584-F229-D15D-57F4-0C4D45EED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Algorithm</a:t>
            </a:r>
            <a:r>
              <a:rPr lang="nl-NL" dirty="0"/>
              <a:t> at </a:t>
            </a:r>
            <a:r>
              <a:rPr lang="nl-NL" dirty="0" err="1"/>
              <a:t>Bob’s</a:t>
            </a:r>
            <a:r>
              <a:rPr lang="nl-NL" dirty="0"/>
              <a:t> side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BE4B93-2092-0923-7869-C63BDBF2EB48}"/>
              </a:ext>
            </a:extLst>
          </p:cNvPr>
          <p:cNvGraphicFramePr>
            <a:graphicFrameLocks noGrp="1"/>
          </p:cNvGraphicFramePr>
          <p:nvPr/>
        </p:nvGraphicFramePr>
        <p:xfrm>
          <a:off x="858110" y="828716"/>
          <a:ext cx="6096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0762136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20235154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9947178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412223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1079478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2827881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977985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03620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rgbClr val="DE7C00"/>
                          </a:solidFill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209416"/>
                  </a:ext>
                </a:extLst>
              </a:tr>
            </a:tbl>
          </a:graphicData>
        </a:graphic>
      </p:graphicFrame>
      <p:pic>
        <p:nvPicPr>
          <p:cNvPr id="6" name="Picture 4" descr="Box Good Ware Lineal icon">
            <a:extLst>
              <a:ext uri="{FF2B5EF4-FFF2-40B4-BE49-F238E27FC236}">
                <a16:creationId xmlns:a16="http://schemas.microsoft.com/office/drawing/2014/main" id="{508EEF65-3E05-4D17-1D2E-EE8352063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445" y="1271188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ox Good Ware Lineal icon">
            <a:extLst>
              <a:ext uri="{FF2B5EF4-FFF2-40B4-BE49-F238E27FC236}">
                <a16:creationId xmlns:a16="http://schemas.microsoft.com/office/drawing/2014/main" id="{DC8A93B9-04F3-DED1-1525-64EAB3FF1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262" y="1293886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ox Good Ware Lineal icon">
            <a:extLst>
              <a:ext uri="{FF2B5EF4-FFF2-40B4-BE49-F238E27FC236}">
                <a16:creationId xmlns:a16="http://schemas.microsoft.com/office/drawing/2014/main" id="{917AF48E-E69C-F596-EFE0-F895F67EE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672" y="1288076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EB85BE8-6C31-DA11-B93F-D40937F9DE80}"/>
              </a:ext>
            </a:extLst>
          </p:cNvPr>
          <p:cNvGraphicFramePr>
            <a:graphicFrameLocks noGrp="1"/>
          </p:cNvGraphicFramePr>
          <p:nvPr/>
        </p:nvGraphicFramePr>
        <p:xfrm>
          <a:off x="2075616" y="2280973"/>
          <a:ext cx="366098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5247">
                  <a:extLst>
                    <a:ext uri="{9D8B030D-6E8A-4147-A177-3AD203B41FA5}">
                      <a16:colId xmlns:a16="http://schemas.microsoft.com/office/drawing/2014/main" val="107621365"/>
                    </a:ext>
                  </a:extLst>
                </a:gridCol>
                <a:gridCol w="915247">
                  <a:extLst>
                    <a:ext uri="{9D8B030D-6E8A-4147-A177-3AD203B41FA5}">
                      <a16:colId xmlns:a16="http://schemas.microsoft.com/office/drawing/2014/main" val="4202351548"/>
                    </a:ext>
                  </a:extLst>
                </a:gridCol>
                <a:gridCol w="915247">
                  <a:extLst>
                    <a:ext uri="{9D8B030D-6E8A-4147-A177-3AD203B41FA5}">
                      <a16:colId xmlns:a16="http://schemas.microsoft.com/office/drawing/2014/main" val="3799471789"/>
                    </a:ext>
                  </a:extLst>
                </a:gridCol>
                <a:gridCol w="915247">
                  <a:extLst>
                    <a:ext uri="{9D8B030D-6E8A-4147-A177-3AD203B41FA5}">
                      <a16:colId xmlns:a16="http://schemas.microsoft.com/office/drawing/2014/main" val="24122231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rgbClr val="DE7C00"/>
                          </a:solidFill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209416"/>
                  </a:ext>
                </a:extLst>
              </a:tr>
            </a:tbl>
          </a:graphicData>
        </a:graphic>
      </p:graphicFrame>
      <p:pic>
        <p:nvPicPr>
          <p:cNvPr id="10" name="Picture 4" descr="Box Good Ware Lineal icon">
            <a:extLst>
              <a:ext uri="{FF2B5EF4-FFF2-40B4-BE49-F238E27FC236}">
                <a16:creationId xmlns:a16="http://schemas.microsoft.com/office/drawing/2014/main" id="{CD4C3662-75ED-3FE9-51A1-D96A37EE4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294" y="2691322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ox Good Ware Lineal icon">
            <a:extLst>
              <a:ext uri="{FF2B5EF4-FFF2-40B4-BE49-F238E27FC236}">
                <a16:creationId xmlns:a16="http://schemas.microsoft.com/office/drawing/2014/main" id="{DA62C149-4F08-4564-8019-F70F55BA0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418" y="2713307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327B2D8-A83C-C1EE-419B-80416BDAFC58}"/>
              </a:ext>
            </a:extLst>
          </p:cNvPr>
          <p:cNvGraphicFramePr>
            <a:graphicFrameLocks noGrp="1"/>
          </p:cNvGraphicFramePr>
          <p:nvPr/>
        </p:nvGraphicFramePr>
        <p:xfrm>
          <a:off x="2990863" y="3570844"/>
          <a:ext cx="183049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5247">
                  <a:extLst>
                    <a:ext uri="{9D8B030D-6E8A-4147-A177-3AD203B41FA5}">
                      <a16:colId xmlns:a16="http://schemas.microsoft.com/office/drawing/2014/main" val="107621365"/>
                    </a:ext>
                  </a:extLst>
                </a:gridCol>
                <a:gridCol w="915247">
                  <a:extLst>
                    <a:ext uri="{9D8B030D-6E8A-4147-A177-3AD203B41FA5}">
                      <a16:colId xmlns:a16="http://schemas.microsoft.com/office/drawing/2014/main" val="4202351548"/>
                    </a:ext>
                  </a:extLst>
                </a:gridCol>
              </a:tblGrid>
              <a:tr h="357866">
                <a:tc>
                  <a:txBody>
                    <a:bodyPr/>
                    <a:lstStyle/>
                    <a:p>
                      <a:r>
                        <a:rPr lang="nl-NL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rgbClr val="DE7C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209416"/>
                  </a:ext>
                </a:extLst>
              </a:tr>
            </a:tbl>
          </a:graphicData>
        </a:graphic>
      </p:graphicFrame>
      <p:pic>
        <p:nvPicPr>
          <p:cNvPr id="13" name="Picture 4" descr="Box Good Ware Lineal icon">
            <a:extLst>
              <a:ext uri="{FF2B5EF4-FFF2-40B4-BE49-F238E27FC236}">
                <a16:creationId xmlns:a16="http://schemas.microsoft.com/office/drawing/2014/main" id="{F9CF2CE4-4097-CF07-DD5E-E9C19339F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280" y="3955248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ight Brace 26">
            <a:extLst>
              <a:ext uri="{FF2B5EF4-FFF2-40B4-BE49-F238E27FC236}">
                <a16:creationId xmlns:a16="http://schemas.microsoft.com/office/drawing/2014/main" id="{6FA407F0-BBB3-6B24-51E9-2FADD528D71D}"/>
              </a:ext>
            </a:extLst>
          </p:cNvPr>
          <p:cNvSpPr/>
          <p:nvPr/>
        </p:nvSpPr>
        <p:spPr>
          <a:xfrm rot="5400000">
            <a:off x="2900293" y="2263917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F0237666-3ECC-D1E7-73E7-E1547790912B}"/>
              </a:ext>
            </a:extLst>
          </p:cNvPr>
          <p:cNvSpPr/>
          <p:nvPr/>
        </p:nvSpPr>
        <p:spPr>
          <a:xfrm rot="5400000">
            <a:off x="4743633" y="2289346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54330084-CB8E-CF14-4ECF-2D17E6033645}"/>
              </a:ext>
            </a:extLst>
          </p:cNvPr>
          <p:cNvSpPr/>
          <p:nvPr/>
        </p:nvSpPr>
        <p:spPr>
          <a:xfrm rot="5400000">
            <a:off x="3803937" y="3557128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EF3AB2-3889-AD39-26A4-C1D798052A20}"/>
              </a:ext>
            </a:extLst>
          </p:cNvPr>
          <p:cNvSpPr txBox="1"/>
          <p:nvPr/>
        </p:nvSpPr>
        <p:spPr>
          <a:xfrm>
            <a:off x="3071776" y="54960"/>
            <a:ext cx="2260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/>
              <a:t>Bit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be</a:t>
            </a:r>
            <a:r>
              <a:rPr lang="nl-NL"/>
              <a:t> </a:t>
            </a:r>
            <a:r>
              <a:rPr lang="nl-NL" err="1"/>
              <a:t>guessed</a:t>
            </a:r>
            <a:endParaRPr lang="nl-NL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046DB8D-5C1A-31C0-97A2-77755344BA3C}"/>
              </a:ext>
            </a:extLst>
          </p:cNvPr>
          <p:cNvGrpSpPr/>
          <p:nvPr/>
        </p:nvGrpSpPr>
        <p:grpSpPr>
          <a:xfrm rot="1075876">
            <a:off x="6674442" y="449439"/>
            <a:ext cx="2087985" cy="484632"/>
            <a:chOff x="6954473" y="251681"/>
            <a:chExt cx="2087985" cy="484632"/>
          </a:xfrm>
        </p:grpSpPr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BF6C70CC-FDC6-F4B8-1320-B5C731305C62}"/>
                </a:ext>
              </a:extLst>
            </p:cNvPr>
            <p:cNvSpPr/>
            <p:nvPr/>
          </p:nvSpPr>
          <p:spPr>
            <a:xfrm>
              <a:off x="7016774" y="251681"/>
              <a:ext cx="978408" cy="484632"/>
            </a:xfrm>
            <a:prstGeom prst="rightArrow">
              <a:avLst/>
            </a:prstGeom>
            <a:solidFill>
              <a:srgbClr val="0089C4"/>
            </a:solidFill>
            <a:ln w="25400" cap="flat" cmpd="sng" algn="ctr">
              <a:solidFill>
                <a:srgbClr val="0089C4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7EB9410-D872-BD0E-2B87-6A1E468C015D}"/>
                </a:ext>
              </a:extLst>
            </p:cNvPr>
            <p:cNvSpPr txBox="1"/>
            <p:nvPr/>
          </p:nvSpPr>
          <p:spPr>
            <a:xfrm>
              <a:off x="6954473" y="290963"/>
              <a:ext cx="20879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err="1">
                  <a:solidFill>
                    <a:schemeClr val="bg1"/>
                  </a:solidFill>
                </a:rPr>
                <a:t>Alice’s</a:t>
              </a:r>
              <a:r>
                <a:rPr lang="nl-NL">
                  <a:solidFill>
                    <a:schemeClr val="bg1"/>
                  </a:solidFill>
                </a:rPr>
                <a:t> bit</a:t>
              </a:r>
            </a:p>
          </p:txBody>
        </p:sp>
      </p:grp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66DAC1B2-4240-9630-7676-3FFA41A094B2}"/>
              </a:ext>
            </a:extLst>
          </p:cNvPr>
          <p:cNvSpPr/>
          <p:nvPr/>
        </p:nvSpPr>
        <p:spPr>
          <a:xfrm rot="5400000">
            <a:off x="4692730" y="190539"/>
            <a:ext cx="567130" cy="484632"/>
          </a:xfrm>
          <a:prstGeom prst="rightArrow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3" name="Picture 4" descr="Box Good Ware Lineal icon">
            <a:extLst>
              <a:ext uri="{FF2B5EF4-FFF2-40B4-BE49-F238E27FC236}">
                <a16:creationId xmlns:a16="http://schemas.microsoft.com/office/drawing/2014/main" id="{526C27E9-6FDF-2277-374B-A8F41836E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628" y="1250502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D25479F-3E17-DBB0-BFD3-7D59638927B7}"/>
              </a:ext>
            </a:extLst>
          </p:cNvPr>
          <p:cNvSpPr txBox="1"/>
          <p:nvPr/>
        </p:nvSpPr>
        <p:spPr>
          <a:xfrm>
            <a:off x="4170912" y="1243833"/>
            <a:ext cx="27283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F02389-EF7D-9E2B-8CD7-90FCB719EC81}"/>
              </a:ext>
            </a:extLst>
          </p:cNvPr>
          <p:cNvSpPr txBox="1"/>
          <p:nvPr/>
        </p:nvSpPr>
        <p:spPr>
          <a:xfrm>
            <a:off x="4827857" y="1232392"/>
            <a:ext cx="27283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1</a:t>
            </a:r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8CD1657D-E18C-078B-8F56-0460C6211AFF}"/>
              </a:ext>
            </a:extLst>
          </p:cNvPr>
          <p:cNvSpPr/>
          <p:nvPr/>
        </p:nvSpPr>
        <p:spPr>
          <a:xfrm rot="5400000">
            <a:off x="3085766" y="830876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98E6B1F5-6C1B-0576-7DC2-15B4BAF45082}"/>
              </a:ext>
            </a:extLst>
          </p:cNvPr>
          <p:cNvSpPr/>
          <p:nvPr/>
        </p:nvSpPr>
        <p:spPr>
          <a:xfrm rot="5400000">
            <a:off x="4589809" y="841454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7" name="Right Brace 36">
            <a:extLst>
              <a:ext uri="{FF2B5EF4-FFF2-40B4-BE49-F238E27FC236}">
                <a16:creationId xmlns:a16="http://schemas.microsoft.com/office/drawing/2014/main" id="{1F21101B-F7EB-14BB-C886-5972BB6E4766}"/>
              </a:ext>
            </a:extLst>
          </p:cNvPr>
          <p:cNvSpPr/>
          <p:nvPr/>
        </p:nvSpPr>
        <p:spPr>
          <a:xfrm rot="5400000">
            <a:off x="6102887" y="831436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8" name="Right Brace 37">
            <a:extLst>
              <a:ext uri="{FF2B5EF4-FFF2-40B4-BE49-F238E27FC236}">
                <a16:creationId xmlns:a16="http://schemas.microsoft.com/office/drawing/2014/main" id="{7177A809-67F7-5DCF-02BF-8CFADA4A5964}"/>
              </a:ext>
            </a:extLst>
          </p:cNvPr>
          <p:cNvSpPr/>
          <p:nvPr/>
        </p:nvSpPr>
        <p:spPr>
          <a:xfrm rot="5400000">
            <a:off x="1509569" y="840679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628248DB-68F1-FD93-13BC-B61632C408C0}"/>
              </a:ext>
            </a:extLst>
          </p:cNvPr>
          <p:cNvGraphicFramePr>
            <a:graphicFrameLocks noGrp="1"/>
          </p:cNvGraphicFramePr>
          <p:nvPr/>
        </p:nvGraphicFramePr>
        <p:xfrm>
          <a:off x="7791951" y="680176"/>
          <a:ext cx="795964" cy="28080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5964">
                  <a:extLst>
                    <a:ext uri="{9D8B030D-6E8A-4147-A177-3AD203B41FA5}">
                      <a16:colId xmlns:a16="http://schemas.microsoft.com/office/drawing/2014/main" val="112365549"/>
                    </a:ext>
                  </a:extLst>
                </a:gridCol>
              </a:tblGrid>
              <a:tr h="702023"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5450023"/>
                  </a:ext>
                </a:extLst>
              </a:tr>
              <a:tr h="702023"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1/0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0371770"/>
                  </a:ext>
                </a:extLst>
              </a:tr>
              <a:tr h="702023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/>
                        <a:t>1/0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5019279"/>
                  </a:ext>
                </a:extLst>
              </a:tr>
              <a:tr h="702023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/>
                        <a:t>1/0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898171"/>
                  </a:ext>
                </a:extLst>
              </a:tr>
            </a:tbl>
          </a:graphicData>
        </a:graphic>
      </p:graphicFrame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96B6EA84-4AF1-C44D-36AF-46A124FFF445}"/>
              </a:ext>
            </a:extLst>
          </p:cNvPr>
          <p:cNvSpPr/>
          <p:nvPr/>
        </p:nvSpPr>
        <p:spPr>
          <a:xfrm>
            <a:off x="5008354" y="1726644"/>
            <a:ext cx="2695786" cy="462764"/>
          </a:xfrm>
          <a:custGeom>
            <a:avLst/>
            <a:gdLst>
              <a:gd name="connsiteX0" fmla="*/ 0 w 629920"/>
              <a:gd name="connsiteY0" fmla="*/ 0 h 298041"/>
              <a:gd name="connsiteX1" fmla="*/ 270933 w 629920"/>
              <a:gd name="connsiteY1" fmla="*/ 250613 h 298041"/>
              <a:gd name="connsiteX2" fmla="*/ 629920 w 629920"/>
              <a:gd name="connsiteY2" fmla="*/ 298026 h 298041"/>
              <a:gd name="connsiteX3" fmla="*/ 629920 w 629920"/>
              <a:gd name="connsiteY3" fmla="*/ 298026 h 298041"/>
              <a:gd name="connsiteX0" fmla="*/ 0 w 399626"/>
              <a:gd name="connsiteY0" fmla="*/ 0 h 264159"/>
              <a:gd name="connsiteX1" fmla="*/ 40639 w 399626"/>
              <a:gd name="connsiteY1" fmla="*/ 216746 h 264159"/>
              <a:gd name="connsiteX2" fmla="*/ 399626 w 399626"/>
              <a:gd name="connsiteY2" fmla="*/ 264159 h 264159"/>
              <a:gd name="connsiteX3" fmla="*/ 399626 w 399626"/>
              <a:gd name="connsiteY3" fmla="*/ 264159 h 264159"/>
              <a:gd name="connsiteX0" fmla="*/ 0 w 399626"/>
              <a:gd name="connsiteY0" fmla="*/ 0 h 299883"/>
              <a:gd name="connsiteX1" fmla="*/ 155785 w 399626"/>
              <a:gd name="connsiteY1" fmla="*/ 284480 h 299883"/>
              <a:gd name="connsiteX2" fmla="*/ 399626 w 399626"/>
              <a:gd name="connsiteY2" fmla="*/ 264159 h 299883"/>
              <a:gd name="connsiteX3" fmla="*/ 399626 w 399626"/>
              <a:gd name="connsiteY3" fmla="*/ 264159 h 299883"/>
              <a:gd name="connsiteX0" fmla="*/ 0 w 487680"/>
              <a:gd name="connsiteY0" fmla="*/ 0 h 292630"/>
              <a:gd name="connsiteX1" fmla="*/ 243839 w 487680"/>
              <a:gd name="connsiteY1" fmla="*/ 277706 h 292630"/>
              <a:gd name="connsiteX2" fmla="*/ 487680 w 487680"/>
              <a:gd name="connsiteY2" fmla="*/ 257385 h 292630"/>
              <a:gd name="connsiteX3" fmla="*/ 487680 w 487680"/>
              <a:gd name="connsiteY3" fmla="*/ 257385 h 292630"/>
              <a:gd name="connsiteX0" fmla="*/ 0 w 487680"/>
              <a:gd name="connsiteY0" fmla="*/ 0 h 292630"/>
              <a:gd name="connsiteX1" fmla="*/ 243839 w 487680"/>
              <a:gd name="connsiteY1" fmla="*/ 277706 h 292630"/>
              <a:gd name="connsiteX2" fmla="*/ 487680 w 487680"/>
              <a:gd name="connsiteY2" fmla="*/ 257385 h 292630"/>
              <a:gd name="connsiteX3" fmla="*/ 487680 w 487680"/>
              <a:gd name="connsiteY3" fmla="*/ 257385 h 292630"/>
              <a:gd name="connsiteX0" fmla="*/ 0 w 480907"/>
              <a:gd name="connsiteY0" fmla="*/ 0 h 321644"/>
              <a:gd name="connsiteX1" fmla="*/ 237066 w 480907"/>
              <a:gd name="connsiteY1" fmla="*/ 304800 h 321644"/>
              <a:gd name="connsiteX2" fmla="*/ 480907 w 480907"/>
              <a:gd name="connsiteY2" fmla="*/ 284479 h 321644"/>
              <a:gd name="connsiteX3" fmla="*/ 480907 w 480907"/>
              <a:gd name="connsiteY3" fmla="*/ 284479 h 321644"/>
              <a:gd name="connsiteX0" fmla="*/ 0 w 480907"/>
              <a:gd name="connsiteY0" fmla="*/ 0 h 1058620"/>
              <a:gd name="connsiteX1" fmla="*/ 304799 w 480907"/>
              <a:gd name="connsiteY1" fmla="*/ 1056640 h 1058620"/>
              <a:gd name="connsiteX2" fmla="*/ 480907 w 480907"/>
              <a:gd name="connsiteY2" fmla="*/ 284479 h 1058620"/>
              <a:gd name="connsiteX3" fmla="*/ 480907 w 480907"/>
              <a:gd name="connsiteY3" fmla="*/ 284479 h 1058620"/>
              <a:gd name="connsiteX0" fmla="*/ 0 w 1022774"/>
              <a:gd name="connsiteY0" fmla="*/ 0 h 1300479"/>
              <a:gd name="connsiteX1" fmla="*/ 304799 w 1022774"/>
              <a:gd name="connsiteY1" fmla="*/ 1056640 h 1300479"/>
              <a:gd name="connsiteX2" fmla="*/ 480907 w 1022774"/>
              <a:gd name="connsiteY2" fmla="*/ 284479 h 1300479"/>
              <a:gd name="connsiteX3" fmla="*/ 1022774 w 1022774"/>
              <a:gd name="connsiteY3" fmla="*/ 1300479 h 1300479"/>
              <a:gd name="connsiteX0" fmla="*/ 0 w 1022774"/>
              <a:gd name="connsiteY0" fmla="*/ 0 h 1300479"/>
              <a:gd name="connsiteX1" fmla="*/ 304799 w 1022774"/>
              <a:gd name="connsiteY1" fmla="*/ 1056640 h 1300479"/>
              <a:gd name="connsiteX2" fmla="*/ 697653 w 1022774"/>
              <a:gd name="connsiteY2" fmla="*/ 1273386 h 1300479"/>
              <a:gd name="connsiteX3" fmla="*/ 1022774 w 1022774"/>
              <a:gd name="connsiteY3" fmla="*/ 1300479 h 1300479"/>
              <a:gd name="connsiteX0" fmla="*/ 0 w 1259940"/>
              <a:gd name="connsiteY0" fmla="*/ 0 h 1300479"/>
              <a:gd name="connsiteX1" fmla="*/ 1246292 w 1259940"/>
              <a:gd name="connsiteY1" fmla="*/ 372533 h 1300479"/>
              <a:gd name="connsiteX2" fmla="*/ 697653 w 1259940"/>
              <a:gd name="connsiteY2" fmla="*/ 1273386 h 1300479"/>
              <a:gd name="connsiteX3" fmla="*/ 1022774 w 1259940"/>
              <a:gd name="connsiteY3" fmla="*/ 1300479 h 1300479"/>
              <a:gd name="connsiteX0" fmla="*/ 0 w 1937173"/>
              <a:gd name="connsiteY0" fmla="*/ 0 h 1300479"/>
              <a:gd name="connsiteX1" fmla="*/ 1246292 w 1937173"/>
              <a:gd name="connsiteY1" fmla="*/ 372533 h 1300479"/>
              <a:gd name="connsiteX2" fmla="*/ 1937173 w 1937173"/>
              <a:gd name="connsiteY2" fmla="*/ 433493 h 1300479"/>
              <a:gd name="connsiteX3" fmla="*/ 1022774 w 1937173"/>
              <a:gd name="connsiteY3" fmla="*/ 1300479 h 1300479"/>
              <a:gd name="connsiteX0" fmla="*/ 0 w 2702560"/>
              <a:gd name="connsiteY0" fmla="*/ 101601 h 535733"/>
              <a:gd name="connsiteX1" fmla="*/ 1246292 w 2702560"/>
              <a:gd name="connsiteY1" fmla="*/ 474134 h 535733"/>
              <a:gd name="connsiteX2" fmla="*/ 1937173 w 2702560"/>
              <a:gd name="connsiteY2" fmla="*/ 535094 h 535733"/>
              <a:gd name="connsiteX3" fmla="*/ 2702560 w 2702560"/>
              <a:gd name="connsiteY3" fmla="*/ 0 h 535733"/>
              <a:gd name="connsiteX0" fmla="*/ 0 w 2702560"/>
              <a:gd name="connsiteY0" fmla="*/ 101601 h 484200"/>
              <a:gd name="connsiteX1" fmla="*/ 1246292 w 2702560"/>
              <a:gd name="connsiteY1" fmla="*/ 474134 h 484200"/>
              <a:gd name="connsiteX2" fmla="*/ 2045546 w 2702560"/>
              <a:gd name="connsiteY2" fmla="*/ 386081 h 484200"/>
              <a:gd name="connsiteX3" fmla="*/ 2702560 w 2702560"/>
              <a:gd name="connsiteY3" fmla="*/ 0 h 484200"/>
              <a:gd name="connsiteX0" fmla="*/ 0 w 2702560"/>
              <a:gd name="connsiteY0" fmla="*/ 101601 h 484200"/>
              <a:gd name="connsiteX1" fmla="*/ 1246292 w 2702560"/>
              <a:gd name="connsiteY1" fmla="*/ 474134 h 484200"/>
              <a:gd name="connsiteX2" fmla="*/ 2045546 w 2702560"/>
              <a:gd name="connsiteY2" fmla="*/ 386081 h 484200"/>
              <a:gd name="connsiteX3" fmla="*/ 2702560 w 2702560"/>
              <a:gd name="connsiteY3" fmla="*/ 0 h 484200"/>
              <a:gd name="connsiteX0" fmla="*/ 0 w 2702560"/>
              <a:gd name="connsiteY0" fmla="*/ 101601 h 386081"/>
              <a:gd name="connsiteX1" fmla="*/ 1083732 w 2702560"/>
              <a:gd name="connsiteY1" fmla="*/ 311574 h 386081"/>
              <a:gd name="connsiteX2" fmla="*/ 2045546 w 2702560"/>
              <a:gd name="connsiteY2" fmla="*/ 386081 h 386081"/>
              <a:gd name="connsiteX3" fmla="*/ 2702560 w 2702560"/>
              <a:gd name="connsiteY3" fmla="*/ 0 h 386081"/>
              <a:gd name="connsiteX0" fmla="*/ 0 w 2702560"/>
              <a:gd name="connsiteY0" fmla="*/ 101601 h 386081"/>
              <a:gd name="connsiteX1" fmla="*/ 1083732 w 2702560"/>
              <a:gd name="connsiteY1" fmla="*/ 311574 h 386081"/>
              <a:gd name="connsiteX2" fmla="*/ 2045546 w 2702560"/>
              <a:gd name="connsiteY2" fmla="*/ 386081 h 386081"/>
              <a:gd name="connsiteX3" fmla="*/ 2702560 w 2702560"/>
              <a:gd name="connsiteY3" fmla="*/ 0 h 386081"/>
              <a:gd name="connsiteX0" fmla="*/ 0 w 2702560"/>
              <a:gd name="connsiteY0" fmla="*/ 101601 h 332555"/>
              <a:gd name="connsiteX1" fmla="*/ 1083732 w 2702560"/>
              <a:gd name="connsiteY1" fmla="*/ 311574 h 332555"/>
              <a:gd name="connsiteX2" fmla="*/ 2099733 w 2702560"/>
              <a:gd name="connsiteY2" fmla="*/ 325121 h 332555"/>
              <a:gd name="connsiteX3" fmla="*/ 2702560 w 2702560"/>
              <a:gd name="connsiteY3" fmla="*/ 0 h 332555"/>
              <a:gd name="connsiteX0" fmla="*/ 0 w 2702560"/>
              <a:gd name="connsiteY0" fmla="*/ 101601 h 318365"/>
              <a:gd name="connsiteX1" fmla="*/ 1083732 w 2702560"/>
              <a:gd name="connsiteY1" fmla="*/ 311574 h 318365"/>
              <a:gd name="connsiteX2" fmla="*/ 2092959 w 2702560"/>
              <a:gd name="connsiteY2" fmla="*/ 270935 h 318365"/>
              <a:gd name="connsiteX3" fmla="*/ 2702560 w 2702560"/>
              <a:gd name="connsiteY3" fmla="*/ 0 h 318365"/>
              <a:gd name="connsiteX0" fmla="*/ 0 w 2702560"/>
              <a:gd name="connsiteY0" fmla="*/ 101601 h 318365"/>
              <a:gd name="connsiteX1" fmla="*/ 1083732 w 2702560"/>
              <a:gd name="connsiteY1" fmla="*/ 311574 h 318365"/>
              <a:gd name="connsiteX2" fmla="*/ 2092959 w 2702560"/>
              <a:gd name="connsiteY2" fmla="*/ 270935 h 318365"/>
              <a:gd name="connsiteX3" fmla="*/ 2702560 w 2702560"/>
              <a:gd name="connsiteY3" fmla="*/ 0 h 318365"/>
              <a:gd name="connsiteX0" fmla="*/ 0 w 2702560"/>
              <a:gd name="connsiteY0" fmla="*/ 101601 h 313750"/>
              <a:gd name="connsiteX1" fmla="*/ 1083732 w 2702560"/>
              <a:gd name="connsiteY1" fmla="*/ 311574 h 313750"/>
              <a:gd name="connsiteX2" fmla="*/ 2133599 w 2702560"/>
              <a:gd name="connsiteY2" fmla="*/ 216748 h 313750"/>
              <a:gd name="connsiteX3" fmla="*/ 2702560 w 2702560"/>
              <a:gd name="connsiteY3" fmla="*/ 0 h 313750"/>
              <a:gd name="connsiteX0" fmla="*/ 0 w 2702560"/>
              <a:gd name="connsiteY0" fmla="*/ 101601 h 313750"/>
              <a:gd name="connsiteX1" fmla="*/ 1083732 w 2702560"/>
              <a:gd name="connsiteY1" fmla="*/ 311574 h 313750"/>
              <a:gd name="connsiteX2" fmla="*/ 2133599 w 2702560"/>
              <a:gd name="connsiteY2" fmla="*/ 216748 h 313750"/>
              <a:gd name="connsiteX3" fmla="*/ 2702560 w 2702560"/>
              <a:gd name="connsiteY3" fmla="*/ 0 h 313750"/>
              <a:gd name="connsiteX0" fmla="*/ 0 w 2702560"/>
              <a:gd name="connsiteY0" fmla="*/ 101601 h 313750"/>
              <a:gd name="connsiteX1" fmla="*/ 1083732 w 2702560"/>
              <a:gd name="connsiteY1" fmla="*/ 311574 h 313750"/>
              <a:gd name="connsiteX2" fmla="*/ 2133599 w 2702560"/>
              <a:gd name="connsiteY2" fmla="*/ 216748 h 313750"/>
              <a:gd name="connsiteX3" fmla="*/ 2702560 w 2702560"/>
              <a:gd name="connsiteY3" fmla="*/ 0 h 313750"/>
              <a:gd name="connsiteX0" fmla="*/ 0 w 2695786"/>
              <a:gd name="connsiteY0" fmla="*/ 250615 h 462764"/>
              <a:gd name="connsiteX1" fmla="*/ 1083732 w 2695786"/>
              <a:gd name="connsiteY1" fmla="*/ 460588 h 462764"/>
              <a:gd name="connsiteX2" fmla="*/ 2133599 w 2695786"/>
              <a:gd name="connsiteY2" fmla="*/ 365762 h 462764"/>
              <a:gd name="connsiteX3" fmla="*/ 2695786 w 2695786"/>
              <a:gd name="connsiteY3" fmla="*/ 0 h 462764"/>
              <a:gd name="connsiteX0" fmla="*/ 0 w 2695786"/>
              <a:gd name="connsiteY0" fmla="*/ 250615 h 462764"/>
              <a:gd name="connsiteX1" fmla="*/ 1083732 w 2695786"/>
              <a:gd name="connsiteY1" fmla="*/ 460588 h 462764"/>
              <a:gd name="connsiteX2" fmla="*/ 2133599 w 2695786"/>
              <a:gd name="connsiteY2" fmla="*/ 365762 h 462764"/>
              <a:gd name="connsiteX3" fmla="*/ 2695786 w 2695786"/>
              <a:gd name="connsiteY3" fmla="*/ 0 h 462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5786" h="462764">
                <a:moveTo>
                  <a:pt x="0" y="250615"/>
                </a:moveTo>
                <a:cubicBezTo>
                  <a:pt x="231986" y="323994"/>
                  <a:pt x="728132" y="441397"/>
                  <a:pt x="1083732" y="460588"/>
                </a:cubicBezTo>
                <a:cubicBezTo>
                  <a:pt x="1439332" y="479779"/>
                  <a:pt x="2133599" y="365762"/>
                  <a:pt x="2133599" y="365762"/>
                </a:cubicBezTo>
                <a:cubicBezTo>
                  <a:pt x="2400018" y="298027"/>
                  <a:pt x="2490327" y="155787"/>
                  <a:pt x="2695786" y="0"/>
                </a:cubicBezTo>
              </a:path>
            </a:pathLst>
          </a:custGeom>
          <a:noFill/>
          <a:ln w="25400" cap="flat" cmpd="sng" algn="ctr">
            <a:solidFill>
              <a:srgbClr val="0D0D0D"/>
            </a:solidFill>
            <a:prstDash val="solid"/>
            <a:headEnd type="none" w="med" len="med"/>
            <a:tailEnd type="triangl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1A50920A-5099-A6FD-D399-DBAB273EF7CB}"/>
              </a:ext>
            </a:extLst>
          </p:cNvPr>
          <p:cNvSpPr/>
          <p:nvPr/>
        </p:nvSpPr>
        <p:spPr>
          <a:xfrm rot="20021751">
            <a:off x="5027612" y="2784125"/>
            <a:ext cx="2755377" cy="211472"/>
          </a:xfrm>
          <a:custGeom>
            <a:avLst/>
            <a:gdLst>
              <a:gd name="connsiteX0" fmla="*/ 0 w 629920"/>
              <a:gd name="connsiteY0" fmla="*/ 0 h 298041"/>
              <a:gd name="connsiteX1" fmla="*/ 270933 w 629920"/>
              <a:gd name="connsiteY1" fmla="*/ 250613 h 298041"/>
              <a:gd name="connsiteX2" fmla="*/ 629920 w 629920"/>
              <a:gd name="connsiteY2" fmla="*/ 298026 h 298041"/>
              <a:gd name="connsiteX3" fmla="*/ 629920 w 629920"/>
              <a:gd name="connsiteY3" fmla="*/ 298026 h 298041"/>
              <a:gd name="connsiteX0" fmla="*/ 0 w 399626"/>
              <a:gd name="connsiteY0" fmla="*/ 0 h 264159"/>
              <a:gd name="connsiteX1" fmla="*/ 40639 w 399626"/>
              <a:gd name="connsiteY1" fmla="*/ 216746 h 264159"/>
              <a:gd name="connsiteX2" fmla="*/ 399626 w 399626"/>
              <a:gd name="connsiteY2" fmla="*/ 264159 h 264159"/>
              <a:gd name="connsiteX3" fmla="*/ 399626 w 399626"/>
              <a:gd name="connsiteY3" fmla="*/ 264159 h 264159"/>
              <a:gd name="connsiteX0" fmla="*/ 0 w 399626"/>
              <a:gd name="connsiteY0" fmla="*/ 0 h 299883"/>
              <a:gd name="connsiteX1" fmla="*/ 155785 w 399626"/>
              <a:gd name="connsiteY1" fmla="*/ 284480 h 299883"/>
              <a:gd name="connsiteX2" fmla="*/ 399626 w 399626"/>
              <a:gd name="connsiteY2" fmla="*/ 264159 h 299883"/>
              <a:gd name="connsiteX3" fmla="*/ 399626 w 399626"/>
              <a:gd name="connsiteY3" fmla="*/ 264159 h 299883"/>
              <a:gd name="connsiteX0" fmla="*/ 0 w 487680"/>
              <a:gd name="connsiteY0" fmla="*/ 0 h 292630"/>
              <a:gd name="connsiteX1" fmla="*/ 243839 w 487680"/>
              <a:gd name="connsiteY1" fmla="*/ 277706 h 292630"/>
              <a:gd name="connsiteX2" fmla="*/ 487680 w 487680"/>
              <a:gd name="connsiteY2" fmla="*/ 257385 h 292630"/>
              <a:gd name="connsiteX3" fmla="*/ 487680 w 487680"/>
              <a:gd name="connsiteY3" fmla="*/ 257385 h 292630"/>
              <a:gd name="connsiteX0" fmla="*/ 0 w 487680"/>
              <a:gd name="connsiteY0" fmla="*/ 0 h 292630"/>
              <a:gd name="connsiteX1" fmla="*/ 243839 w 487680"/>
              <a:gd name="connsiteY1" fmla="*/ 277706 h 292630"/>
              <a:gd name="connsiteX2" fmla="*/ 487680 w 487680"/>
              <a:gd name="connsiteY2" fmla="*/ 257385 h 292630"/>
              <a:gd name="connsiteX3" fmla="*/ 487680 w 487680"/>
              <a:gd name="connsiteY3" fmla="*/ 257385 h 292630"/>
              <a:gd name="connsiteX0" fmla="*/ 0 w 480907"/>
              <a:gd name="connsiteY0" fmla="*/ 0 h 321644"/>
              <a:gd name="connsiteX1" fmla="*/ 237066 w 480907"/>
              <a:gd name="connsiteY1" fmla="*/ 304800 h 321644"/>
              <a:gd name="connsiteX2" fmla="*/ 480907 w 480907"/>
              <a:gd name="connsiteY2" fmla="*/ 284479 h 321644"/>
              <a:gd name="connsiteX3" fmla="*/ 480907 w 480907"/>
              <a:gd name="connsiteY3" fmla="*/ 284479 h 321644"/>
              <a:gd name="connsiteX0" fmla="*/ 0 w 480907"/>
              <a:gd name="connsiteY0" fmla="*/ 0 h 1058620"/>
              <a:gd name="connsiteX1" fmla="*/ 304799 w 480907"/>
              <a:gd name="connsiteY1" fmla="*/ 1056640 h 1058620"/>
              <a:gd name="connsiteX2" fmla="*/ 480907 w 480907"/>
              <a:gd name="connsiteY2" fmla="*/ 284479 h 1058620"/>
              <a:gd name="connsiteX3" fmla="*/ 480907 w 480907"/>
              <a:gd name="connsiteY3" fmla="*/ 284479 h 1058620"/>
              <a:gd name="connsiteX0" fmla="*/ 0 w 1022774"/>
              <a:gd name="connsiteY0" fmla="*/ 0 h 1300479"/>
              <a:gd name="connsiteX1" fmla="*/ 304799 w 1022774"/>
              <a:gd name="connsiteY1" fmla="*/ 1056640 h 1300479"/>
              <a:gd name="connsiteX2" fmla="*/ 480907 w 1022774"/>
              <a:gd name="connsiteY2" fmla="*/ 284479 h 1300479"/>
              <a:gd name="connsiteX3" fmla="*/ 1022774 w 1022774"/>
              <a:gd name="connsiteY3" fmla="*/ 1300479 h 1300479"/>
              <a:gd name="connsiteX0" fmla="*/ 0 w 1022774"/>
              <a:gd name="connsiteY0" fmla="*/ 0 h 1300479"/>
              <a:gd name="connsiteX1" fmla="*/ 304799 w 1022774"/>
              <a:gd name="connsiteY1" fmla="*/ 1056640 h 1300479"/>
              <a:gd name="connsiteX2" fmla="*/ 697653 w 1022774"/>
              <a:gd name="connsiteY2" fmla="*/ 1273386 h 1300479"/>
              <a:gd name="connsiteX3" fmla="*/ 1022774 w 1022774"/>
              <a:gd name="connsiteY3" fmla="*/ 1300479 h 1300479"/>
              <a:gd name="connsiteX0" fmla="*/ 0 w 1259940"/>
              <a:gd name="connsiteY0" fmla="*/ 0 h 1300479"/>
              <a:gd name="connsiteX1" fmla="*/ 1246292 w 1259940"/>
              <a:gd name="connsiteY1" fmla="*/ 372533 h 1300479"/>
              <a:gd name="connsiteX2" fmla="*/ 697653 w 1259940"/>
              <a:gd name="connsiteY2" fmla="*/ 1273386 h 1300479"/>
              <a:gd name="connsiteX3" fmla="*/ 1022774 w 1259940"/>
              <a:gd name="connsiteY3" fmla="*/ 1300479 h 1300479"/>
              <a:gd name="connsiteX0" fmla="*/ 0 w 1937173"/>
              <a:gd name="connsiteY0" fmla="*/ 0 h 1300479"/>
              <a:gd name="connsiteX1" fmla="*/ 1246292 w 1937173"/>
              <a:gd name="connsiteY1" fmla="*/ 372533 h 1300479"/>
              <a:gd name="connsiteX2" fmla="*/ 1937173 w 1937173"/>
              <a:gd name="connsiteY2" fmla="*/ 433493 h 1300479"/>
              <a:gd name="connsiteX3" fmla="*/ 1022774 w 1937173"/>
              <a:gd name="connsiteY3" fmla="*/ 1300479 h 1300479"/>
              <a:gd name="connsiteX0" fmla="*/ 0 w 2702560"/>
              <a:gd name="connsiteY0" fmla="*/ 101601 h 535733"/>
              <a:gd name="connsiteX1" fmla="*/ 1246292 w 2702560"/>
              <a:gd name="connsiteY1" fmla="*/ 474134 h 535733"/>
              <a:gd name="connsiteX2" fmla="*/ 1937173 w 2702560"/>
              <a:gd name="connsiteY2" fmla="*/ 535094 h 535733"/>
              <a:gd name="connsiteX3" fmla="*/ 2702560 w 2702560"/>
              <a:gd name="connsiteY3" fmla="*/ 0 h 535733"/>
              <a:gd name="connsiteX0" fmla="*/ 0 w 2702560"/>
              <a:gd name="connsiteY0" fmla="*/ 101601 h 484200"/>
              <a:gd name="connsiteX1" fmla="*/ 1246292 w 2702560"/>
              <a:gd name="connsiteY1" fmla="*/ 474134 h 484200"/>
              <a:gd name="connsiteX2" fmla="*/ 2045546 w 2702560"/>
              <a:gd name="connsiteY2" fmla="*/ 386081 h 484200"/>
              <a:gd name="connsiteX3" fmla="*/ 2702560 w 2702560"/>
              <a:gd name="connsiteY3" fmla="*/ 0 h 484200"/>
              <a:gd name="connsiteX0" fmla="*/ 0 w 2702560"/>
              <a:gd name="connsiteY0" fmla="*/ 101601 h 484200"/>
              <a:gd name="connsiteX1" fmla="*/ 1246292 w 2702560"/>
              <a:gd name="connsiteY1" fmla="*/ 474134 h 484200"/>
              <a:gd name="connsiteX2" fmla="*/ 2045546 w 2702560"/>
              <a:gd name="connsiteY2" fmla="*/ 386081 h 484200"/>
              <a:gd name="connsiteX3" fmla="*/ 2702560 w 2702560"/>
              <a:gd name="connsiteY3" fmla="*/ 0 h 484200"/>
              <a:gd name="connsiteX0" fmla="*/ 0 w 2702560"/>
              <a:gd name="connsiteY0" fmla="*/ 101601 h 386081"/>
              <a:gd name="connsiteX1" fmla="*/ 1083732 w 2702560"/>
              <a:gd name="connsiteY1" fmla="*/ 311574 h 386081"/>
              <a:gd name="connsiteX2" fmla="*/ 2045546 w 2702560"/>
              <a:gd name="connsiteY2" fmla="*/ 386081 h 386081"/>
              <a:gd name="connsiteX3" fmla="*/ 2702560 w 2702560"/>
              <a:gd name="connsiteY3" fmla="*/ 0 h 386081"/>
              <a:gd name="connsiteX0" fmla="*/ 0 w 2702560"/>
              <a:gd name="connsiteY0" fmla="*/ 101601 h 386081"/>
              <a:gd name="connsiteX1" fmla="*/ 1083732 w 2702560"/>
              <a:gd name="connsiteY1" fmla="*/ 311574 h 386081"/>
              <a:gd name="connsiteX2" fmla="*/ 2045546 w 2702560"/>
              <a:gd name="connsiteY2" fmla="*/ 386081 h 386081"/>
              <a:gd name="connsiteX3" fmla="*/ 2702560 w 2702560"/>
              <a:gd name="connsiteY3" fmla="*/ 0 h 386081"/>
              <a:gd name="connsiteX0" fmla="*/ 0 w 2702560"/>
              <a:gd name="connsiteY0" fmla="*/ 101601 h 332555"/>
              <a:gd name="connsiteX1" fmla="*/ 1083732 w 2702560"/>
              <a:gd name="connsiteY1" fmla="*/ 311574 h 332555"/>
              <a:gd name="connsiteX2" fmla="*/ 2099733 w 2702560"/>
              <a:gd name="connsiteY2" fmla="*/ 325121 h 332555"/>
              <a:gd name="connsiteX3" fmla="*/ 2702560 w 2702560"/>
              <a:gd name="connsiteY3" fmla="*/ 0 h 332555"/>
              <a:gd name="connsiteX0" fmla="*/ 0 w 2702560"/>
              <a:gd name="connsiteY0" fmla="*/ 101601 h 318365"/>
              <a:gd name="connsiteX1" fmla="*/ 1083732 w 2702560"/>
              <a:gd name="connsiteY1" fmla="*/ 311574 h 318365"/>
              <a:gd name="connsiteX2" fmla="*/ 2092959 w 2702560"/>
              <a:gd name="connsiteY2" fmla="*/ 270935 h 318365"/>
              <a:gd name="connsiteX3" fmla="*/ 2702560 w 2702560"/>
              <a:gd name="connsiteY3" fmla="*/ 0 h 318365"/>
              <a:gd name="connsiteX0" fmla="*/ 0 w 2702560"/>
              <a:gd name="connsiteY0" fmla="*/ 101601 h 318365"/>
              <a:gd name="connsiteX1" fmla="*/ 1083732 w 2702560"/>
              <a:gd name="connsiteY1" fmla="*/ 311574 h 318365"/>
              <a:gd name="connsiteX2" fmla="*/ 2092959 w 2702560"/>
              <a:gd name="connsiteY2" fmla="*/ 270935 h 318365"/>
              <a:gd name="connsiteX3" fmla="*/ 2702560 w 2702560"/>
              <a:gd name="connsiteY3" fmla="*/ 0 h 318365"/>
              <a:gd name="connsiteX0" fmla="*/ 0 w 2788187"/>
              <a:gd name="connsiteY0" fmla="*/ 0 h 216764"/>
              <a:gd name="connsiteX1" fmla="*/ 1083732 w 2788187"/>
              <a:gd name="connsiteY1" fmla="*/ 209973 h 216764"/>
              <a:gd name="connsiteX2" fmla="*/ 2092959 w 2788187"/>
              <a:gd name="connsiteY2" fmla="*/ 169334 h 216764"/>
              <a:gd name="connsiteX3" fmla="*/ 2788187 w 2788187"/>
              <a:gd name="connsiteY3" fmla="*/ 76729 h 216764"/>
              <a:gd name="connsiteX0" fmla="*/ 0 w 2788187"/>
              <a:gd name="connsiteY0" fmla="*/ 0 h 216764"/>
              <a:gd name="connsiteX1" fmla="*/ 1083732 w 2788187"/>
              <a:gd name="connsiteY1" fmla="*/ 209973 h 216764"/>
              <a:gd name="connsiteX2" fmla="*/ 2092959 w 2788187"/>
              <a:gd name="connsiteY2" fmla="*/ 169334 h 216764"/>
              <a:gd name="connsiteX3" fmla="*/ 2788187 w 2788187"/>
              <a:gd name="connsiteY3" fmla="*/ 76729 h 216764"/>
              <a:gd name="connsiteX0" fmla="*/ 0 w 2755377"/>
              <a:gd name="connsiteY0" fmla="*/ 0 h 216764"/>
              <a:gd name="connsiteX1" fmla="*/ 1083732 w 2755377"/>
              <a:gd name="connsiteY1" fmla="*/ 209973 h 216764"/>
              <a:gd name="connsiteX2" fmla="*/ 2092959 w 2755377"/>
              <a:gd name="connsiteY2" fmla="*/ 169334 h 216764"/>
              <a:gd name="connsiteX3" fmla="*/ 2755377 w 2755377"/>
              <a:gd name="connsiteY3" fmla="*/ 188958 h 216764"/>
              <a:gd name="connsiteX0" fmla="*/ 0 w 2755377"/>
              <a:gd name="connsiteY0" fmla="*/ 0 h 216764"/>
              <a:gd name="connsiteX1" fmla="*/ 1083732 w 2755377"/>
              <a:gd name="connsiteY1" fmla="*/ 209973 h 216764"/>
              <a:gd name="connsiteX2" fmla="*/ 2092959 w 2755377"/>
              <a:gd name="connsiteY2" fmla="*/ 169334 h 216764"/>
              <a:gd name="connsiteX3" fmla="*/ 2755377 w 2755377"/>
              <a:gd name="connsiteY3" fmla="*/ 188958 h 216764"/>
              <a:gd name="connsiteX0" fmla="*/ 0 w 2755377"/>
              <a:gd name="connsiteY0" fmla="*/ 0 h 216764"/>
              <a:gd name="connsiteX1" fmla="*/ 1083732 w 2755377"/>
              <a:gd name="connsiteY1" fmla="*/ 209973 h 216764"/>
              <a:gd name="connsiteX2" fmla="*/ 2092959 w 2755377"/>
              <a:gd name="connsiteY2" fmla="*/ 169334 h 216764"/>
              <a:gd name="connsiteX3" fmla="*/ 2755377 w 2755377"/>
              <a:gd name="connsiteY3" fmla="*/ 188958 h 216764"/>
              <a:gd name="connsiteX0" fmla="*/ 0 w 2755377"/>
              <a:gd name="connsiteY0" fmla="*/ 0 h 211472"/>
              <a:gd name="connsiteX1" fmla="*/ 1083732 w 2755377"/>
              <a:gd name="connsiteY1" fmla="*/ 209973 h 211472"/>
              <a:gd name="connsiteX2" fmla="*/ 2089612 w 2755377"/>
              <a:gd name="connsiteY2" fmla="*/ 99678 h 211472"/>
              <a:gd name="connsiteX3" fmla="*/ 2755377 w 2755377"/>
              <a:gd name="connsiteY3" fmla="*/ 188958 h 211472"/>
              <a:gd name="connsiteX0" fmla="*/ 0 w 2755377"/>
              <a:gd name="connsiteY0" fmla="*/ 0 h 211472"/>
              <a:gd name="connsiteX1" fmla="*/ 1083732 w 2755377"/>
              <a:gd name="connsiteY1" fmla="*/ 209973 h 211472"/>
              <a:gd name="connsiteX2" fmla="*/ 2089612 w 2755377"/>
              <a:gd name="connsiteY2" fmla="*/ 99678 h 211472"/>
              <a:gd name="connsiteX3" fmla="*/ 2755377 w 2755377"/>
              <a:gd name="connsiteY3" fmla="*/ 188958 h 211472"/>
              <a:gd name="connsiteX0" fmla="*/ 0 w 2755377"/>
              <a:gd name="connsiteY0" fmla="*/ 0 h 211472"/>
              <a:gd name="connsiteX1" fmla="*/ 1083732 w 2755377"/>
              <a:gd name="connsiteY1" fmla="*/ 209973 h 211472"/>
              <a:gd name="connsiteX2" fmla="*/ 2089612 w 2755377"/>
              <a:gd name="connsiteY2" fmla="*/ 99678 h 211472"/>
              <a:gd name="connsiteX3" fmla="*/ 2755377 w 2755377"/>
              <a:gd name="connsiteY3" fmla="*/ 188958 h 211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5377" h="211472">
                <a:moveTo>
                  <a:pt x="0" y="0"/>
                </a:moveTo>
                <a:cubicBezTo>
                  <a:pt x="231986" y="73379"/>
                  <a:pt x="735463" y="193360"/>
                  <a:pt x="1083732" y="209973"/>
                </a:cubicBezTo>
                <a:cubicBezTo>
                  <a:pt x="1432001" y="226586"/>
                  <a:pt x="2089612" y="99678"/>
                  <a:pt x="2089612" y="99678"/>
                </a:cubicBezTo>
                <a:cubicBezTo>
                  <a:pt x="2403973" y="60556"/>
                  <a:pt x="2571769" y="108479"/>
                  <a:pt x="2755377" y="188958"/>
                </a:cubicBezTo>
              </a:path>
            </a:pathLst>
          </a:custGeom>
          <a:noFill/>
          <a:ln w="25400" cap="flat" cmpd="sng" algn="ctr">
            <a:solidFill>
              <a:srgbClr val="0D0D0D"/>
            </a:solidFill>
            <a:prstDash val="solid"/>
            <a:headEnd type="none" w="med" len="med"/>
            <a:tailEnd type="triangl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6E73E81-B874-FB79-0C81-8EF86FB0FA39}"/>
              </a:ext>
            </a:extLst>
          </p:cNvPr>
          <p:cNvSpPr/>
          <p:nvPr/>
        </p:nvSpPr>
        <p:spPr>
          <a:xfrm rot="20021751">
            <a:off x="4329577" y="3440175"/>
            <a:ext cx="3416465" cy="378251"/>
          </a:xfrm>
          <a:custGeom>
            <a:avLst/>
            <a:gdLst>
              <a:gd name="connsiteX0" fmla="*/ 0 w 629920"/>
              <a:gd name="connsiteY0" fmla="*/ 0 h 298041"/>
              <a:gd name="connsiteX1" fmla="*/ 270933 w 629920"/>
              <a:gd name="connsiteY1" fmla="*/ 250613 h 298041"/>
              <a:gd name="connsiteX2" fmla="*/ 629920 w 629920"/>
              <a:gd name="connsiteY2" fmla="*/ 298026 h 298041"/>
              <a:gd name="connsiteX3" fmla="*/ 629920 w 629920"/>
              <a:gd name="connsiteY3" fmla="*/ 298026 h 298041"/>
              <a:gd name="connsiteX0" fmla="*/ 0 w 399626"/>
              <a:gd name="connsiteY0" fmla="*/ 0 h 264159"/>
              <a:gd name="connsiteX1" fmla="*/ 40639 w 399626"/>
              <a:gd name="connsiteY1" fmla="*/ 216746 h 264159"/>
              <a:gd name="connsiteX2" fmla="*/ 399626 w 399626"/>
              <a:gd name="connsiteY2" fmla="*/ 264159 h 264159"/>
              <a:gd name="connsiteX3" fmla="*/ 399626 w 399626"/>
              <a:gd name="connsiteY3" fmla="*/ 264159 h 264159"/>
              <a:gd name="connsiteX0" fmla="*/ 0 w 399626"/>
              <a:gd name="connsiteY0" fmla="*/ 0 h 299883"/>
              <a:gd name="connsiteX1" fmla="*/ 155785 w 399626"/>
              <a:gd name="connsiteY1" fmla="*/ 284480 h 299883"/>
              <a:gd name="connsiteX2" fmla="*/ 399626 w 399626"/>
              <a:gd name="connsiteY2" fmla="*/ 264159 h 299883"/>
              <a:gd name="connsiteX3" fmla="*/ 399626 w 399626"/>
              <a:gd name="connsiteY3" fmla="*/ 264159 h 299883"/>
              <a:gd name="connsiteX0" fmla="*/ 0 w 487680"/>
              <a:gd name="connsiteY0" fmla="*/ 0 h 292630"/>
              <a:gd name="connsiteX1" fmla="*/ 243839 w 487680"/>
              <a:gd name="connsiteY1" fmla="*/ 277706 h 292630"/>
              <a:gd name="connsiteX2" fmla="*/ 487680 w 487680"/>
              <a:gd name="connsiteY2" fmla="*/ 257385 h 292630"/>
              <a:gd name="connsiteX3" fmla="*/ 487680 w 487680"/>
              <a:gd name="connsiteY3" fmla="*/ 257385 h 292630"/>
              <a:gd name="connsiteX0" fmla="*/ 0 w 487680"/>
              <a:gd name="connsiteY0" fmla="*/ 0 h 292630"/>
              <a:gd name="connsiteX1" fmla="*/ 243839 w 487680"/>
              <a:gd name="connsiteY1" fmla="*/ 277706 h 292630"/>
              <a:gd name="connsiteX2" fmla="*/ 487680 w 487680"/>
              <a:gd name="connsiteY2" fmla="*/ 257385 h 292630"/>
              <a:gd name="connsiteX3" fmla="*/ 487680 w 487680"/>
              <a:gd name="connsiteY3" fmla="*/ 257385 h 292630"/>
              <a:gd name="connsiteX0" fmla="*/ 0 w 480907"/>
              <a:gd name="connsiteY0" fmla="*/ 0 h 321644"/>
              <a:gd name="connsiteX1" fmla="*/ 237066 w 480907"/>
              <a:gd name="connsiteY1" fmla="*/ 304800 h 321644"/>
              <a:gd name="connsiteX2" fmla="*/ 480907 w 480907"/>
              <a:gd name="connsiteY2" fmla="*/ 284479 h 321644"/>
              <a:gd name="connsiteX3" fmla="*/ 480907 w 480907"/>
              <a:gd name="connsiteY3" fmla="*/ 284479 h 321644"/>
              <a:gd name="connsiteX0" fmla="*/ 0 w 480907"/>
              <a:gd name="connsiteY0" fmla="*/ 0 h 1058620"/>
              <a:gd name="connsiteX1" fmla="*/ 304799 w 480907"/>
              <a:gd name="connsiteY1" fmla="*/ 1056640 h 1058620"/>
              <a:gd name="connsiteX2" fmla="*/ 480907 w 480907"/>
              <a:gd name="connsiteY2" fmla="*/ 284479 h 1058620"/>
              <a:gd name="connsiteX3" fmla="*/ 480907 w 480907"/>
              <a:gd name="connsiteY3" fmla="*/ 284479 h 1058620"/>
              <a:gd name="connsiteX0" fmla="*/ 0 w 1022774"/>
              <a:gd name="connsiteY0" fmla="*/ 0 h 1300479"/>
              <a:gd name="connsiteX1" fmla="*/ 304799 w 1022774"/>
              <a:gd name="connsiteY1" fmla="*/ 1056640 h 1300479"/>
              <a:gd name="connsiteX2" fmla="*/ 480907 w 1022774"/>
              <a:gd name="connsiteY2" fmla="*/ 284479 h 1300479"/>
              <a:gd name="connsiteX3" fmla="*/ 1022774 w 1022774"/>
              <a:gd name="connsiteY3" fmla="*/ 1300479 h 1300479"/>
              <a:gd name="connsiteX0" fmla="*/ 0 w 1022774"/>
              <a:gd name="connsiteY0" fmla="*/ 0 h 1300479"/>
              <a:gd name="connsiteX1" fmla="*/ 304799 w 1022774"/>
              <a:gd name="connsiteY1" fmla="*/ 1056640 h 1300479"/>
              <a:gd name="connsiteX2" fmla="*/ 697653 w 1022774"/>
              <a:gd name="connsiteY2" fmla="*/ 1273386 h 1300479"/>
              <a:gd name="connsiteX3" fmla="*/ 1022774 w 1022774"/>
              <a:gd name="connsiteY3" fmla="*/ 1300479 h 1300479"/>
              <a:gd name="connsiteX0" fmla="*/ 0 w 1259940"/>
              <a:gd name="connsiteY0" fmla="*/ 0 h 1300479"/>
              <a:gd name="connsiteX1" fmla="*/ 1246292 w 1259940"/>
              <a:gd name="connsiteY1" fmla="*/ 372533 h 1300479"/>
              <a:gd name="connsiteX2" fmla="*/ 697653 w 1259940"/>
              <a:gd name="connsiteY2" fmla="*/ 1273386 h 1300479"/>
              <a:gd name="connsiteX3" fmla="*/ 1022774 w 1259940"/>
              <a:gd name="connsiteY3" fmla="*/ 1300479 h 1300479"/>
              <a:gd name="connsiteX0" fmla="*/ 0 w 1937173"/>
              <a:gd name="connsiteY0" fmla="*/ 0 h 1300479"/>
              <a:gd name="connsiteX1" fmla="*/ 1246292 w 1937173"/>
              <a:gd name="connsiteY1" fmla="*/ 372533 h 1300479"/>
              <a:gd name="connsiteX2" fmla="*/ 1937173 w 1937173"/>
              <a:gd name="connsiteY2" fmla="*/ 433493 h 1300479"/>
              <a:gd name="connsiteX3" fmla="*/ 1022774 w 1937173"/>
              <a:gd name="connsiteY3" fmla="*/ 1300479 h 1300479"/>
              <a:gd name="connsiteX0" fmla="*/ 0 w 2702560"/>
              <a:gd name="connsiteY0" fmla="*/ 101601 h 535733"/>
              <a:gd name="connsiteX1" fmla="*/ 1246292 w 2702560"/>
              <a:gd name="connsiteY1" fmla="*/ 474134 h 535733"/>
              <a:gd name="connsiteX2" fmla="*/ 1937173 w 2702560"/>
              <a:gd name="connsiteY2" fmla="*/ 535094 h 535733"/>
              <a:gd name="connsiteX3" fmla="*/ 2702560 w 2702560"/>
              <a:gd name="connsiteY3" fmla="*/ 0 h 535733"/>
              <a:gd name="connsiteX0" fmla="*/ 0 w 2702560"/>
              <a:gd name="connsiteY0" fmla="*/ 101601 h 484200"/>
              <a:gd name="connsiteX1" fmla="*/ 1246292 w 2702560"/>
              <a:gd name="connsiteY1" fmla="*/ 474134 h 484200"/>
              <a:gd name="connsiteX2" fmla="*/ 2045546 w 2702560"/>
              <a:gd name="connsiteY2" fmla="*/ 386081 h 484200"/>
              <a:gd name="connsiteX3" fmla="*/ 2702560 w 2702560"/>
              <a:gd name="connsiteY3" fmla="*/ 0 h 484200"/>
              <a:gd name="connsiteX0" fmla="*/ 0 w 2702560"/>
              <a:gd name="connsiteY0" fmla="*/ 101601 h 484200"/>
              <a:gd name="connsiteX1" fmla="*/ 1246292 w 2702560"/>
              <a:gd name="connsiteY1" fmla="*/ 474134 h 484200"/>
              <a:gd name="connsiteX2" fmla="*/ 2045546 w 2702560"/>
              <a:gd name="connsiteY2" fmla="*/ 386081 h 484200"/>
              <a:gd name="connsiteX3" fmla="*/ 2702560 w 2702560"/>
              <a:gd name="connsiteY3" fmla="*/ 0 h 484200"/>
              <a:gd name="connsiteX0" fmla="*/ 0 w 2702560"/>
              <a:gd name="connsiteY0" fmla="*/ 101601 h 386081"/>
              <a:gd name="connsiteX1" fmla="*/ 1083732 w 2702560"/>
              <a:gd name="connsiteY1" fmla="*/ 311574 h 386081"/>
              <a:gd name="connsiteX2" fmla="*/ 2045546 w 2702560"/>
              <a:gd name="connsiteY2" fmla="*/ 386081 h 386081"/>
              <a:gd name="connsiteX3" fmla="*/ 2702560 w 2702560"/>
              <a:gd name="connsiteY3" fmla="*/ 0 h 386081"/>
              <a:gd name="connsiteX0" fmla="*/ 0 w 2702560"/>
              <a:gd name="connsiteY0" fmla="*/ 101601 h 386081"/>
              <a:gd name="connsiteX1" fmla="*/ 1083732 w 2702560"/>
              <a:gd name="connsiteY1" fmla="*/ 311574 h 386081"/>
              <a:gd name="connsiteX2" fmla="*/ 2045546 w 2702560"/>
              <a:gd name="connsiteY2" fmla="*/ 386081 h 386081"/>
              <a:gd name="connsiteX3" fmla="*/ 2702560 w 2702560"/>
              <a:gd name="connsiteY3" fmla="*/ 0 h 386081"/>
              <a:gd name="connsiteX0" fmla="*/ 0 w 2702560"/>
              <a:gd name="connsiteY0" fmla="*/ 101601 h 332555"/>
              <a:gd name="connsiteX1" fmla="*/ 1083732 w 2702560"/>
              <a:gd name="connsiteY1" fmla="*/ 311574 h 332555"/>
              <a:gd name="connsiteX2" fmla="*/ 2099733 w 2702560"/>
              <a:gd name="connsiteY2" fmla="*/ 325121 h 332555"/>
              <a:gd name="connsiteX3" fmla="*/ 2702560 w 2702560"/>
              <a:gd name="connsiteY3" fmla="*/ 0 h 332555"/>
              <a:gd name="connsiteX0" fmla="*/ 0 w 2702560"/>
              <a:gd name="connsiteY0" fmla="*/ 101601 h 318365"/>
              <a:gd name="connsiteX1" fmla="*/ 1083732 w 2702560"/>
              <a:gd name="connsiteY1" fmla="*/ 311574 h 318365"/>
              <a:gd name="connsiteX2" fmla="*/ 2092959 w 2702560"/>
              <a:gd name="connsiteY2" fmla="*/ 270935 h 318365"/>
              <a:gd name="connsiteX3" fmla="*/ 2702560 w 2702560"/>
              <a:gd name="connsiteY3" fmla="*/ 0 h 318365"/>
              <a:gd name="connsiteX0" fmla="*/ 0 w 2702560"/>
              <a:gd name="connsiteY0" fmla="*/ 101601 h 318365"/>
              <a:gd name="connsiteX1" fmla="*/ 1083732 w 2702560"/>
              <a:gd name="connsiteY1" fmla="*/ 311574 h 318365"/>
              <a:gd name="connsiteX2" fmla="*/ 2092959 w 2702560"/>
              <a:gd name="connsiteY2" fmla="*/ 270935 h 318365"/>
              <a:gd name="connsiteX3" fmla="*/ 2702560 w 2702560"/>
              <a:gd name="connsiteY3" fmla="*/ 0 h 318365"/>
              <a:gd name="connsiteX0" fmla="*/ 0 w 2788187"/>
              <a:gd name="connsiteY0" fmla="*/ 0 h 216764"/>
              <a:gd name="connsiteX1" fmla="*/ 1083732 w 2788187"/>
              <a:gd name="connsiteY1" fmla="*/ 209973 h 216764"/>
              <a:gd name="connsiteX2" fmla="*/ 2092959 w 2788187"/>
              <a:gd name="connsiteY2" fmla="*/ 169334 h 216764"/>
              <a:gd name="connsiteX3" fmla="*/ 2788187 w 2788187"/>
              <a:gd name="connsiteY3" fmla="*/ 76729 h 216764"/>
              <a:gd name="connsiteX0" fmla="*/ 0 w 2788187"/>
              <a:gd name="connsiteY0" fmla="*/ 0 h 216764"/>
              <a:gd name="connsiteX1" fmla="*/ 1083732 w 2788187"/>
              <a:gd name="connsiteY1" fmla="*/ 209973 h 216764"/>
              <a:gd name="connsiteX2" fmla="*/ 2092959 w 2788187"/>
              <a:gd name="connsiteY2" fmla="*/ 169334 h 216764"/>
              <a:gd name="connsiteX3" fmla="*/ 2788187 w 2788187"/>
              <a:gd name="connsiteY3" fmla="*/ 76729 h 216764"/>
              <a:gd name="connsiteX0" fmla="*/ 0 w 2755377"/>
              <a:gd name="connsiteY0" fmla="*/ 0 h 216764"/>
              <a:gd name="connsiteX1" fmla="*/ 1083732 w 2755377"/>
              <a:gd name="connsiteY1" fmla="*/ 209973 h 216764"/>
              <a:gd name="connsiteX2" fmla="*/ 2092959 w 2755377"/>
              <a:gd name="connsiteY2" fmla="*/ 169334 h 216764"/>
              <a:gd name="connsiteX3" fmla="*/ 2755377 w 2755377"/>
              <a:gd name="connsiteY3" fmla="*/ 188958 h 216764"/>
              <a:gd name="connsiteX0" fmla="*/ 0 w 2755377"/>
              <a:gd name="connsiteY0" fmla="*/ 0 h 216764"/>
              <a:gd name="connsiteX1" fmla="*/ 1083732 w 2755377"/>
              <a:gd name="connsiteY1" fmla="*/ 209973 h 216764"/>
              <a:gd name="connsiteX2" fmla="*/ 2092959 w 2755377"/>
              <a:gd name="connsiteY2" fmla="*/ 169334 h 216764"/>
              <a:gd name="connsiteX3" fmla="*/ 2755377 w 2755377"/>
              <a:gd name="connsiteY3" fmla="*/ 188958 h 216764"/>
              <a:gd name="connsiteX0" fmla="*/ 0 w 2755377"/>
              <a:gd name="connsiteY0" fmla="*/ 0 h 216764"/>
              <a:gd name="connsiteX1" fmla="*/ 1083732 w 2755377"/>
              <a:gd name="connsiteY1" fmla="*/ 209973 h 216764"/>
              <a:gd name="connsiteX2" fmla="*/ 2092959 w 2755377"/>
              <a:gd name="connsiteY2" fmla="*/ 169334 h 216764"/>
              <a:gd name="connsiteX3" fmla="*/ 2755377 w 2755377"/>
              <a:gd name="connsiteY3" fmla="*/ 188958 h 216764"/>
              <a:gd name="connsiteX0" fmla="*/ 0 w 2755377"/>
              <a:gd name="connsiteY0" fmla="*/ 0 h 211472"/>
              <a:gd name="connsiteX1" fmla="*/ 1083732 w 2755377"/>
              <a:gd name="connsiteY1" fmla="*/ 209973 h 211472"/>
              <a:gd name="connsiteX2" fmla="*/ 2089612 w 2755377"/>
              <a:gd name="connsiteY2" fmla="*/ 99678 h 211472"/>
              <a:gd name="connsiteX3" fmla="*/ 2755377 w 2755377"/>
              <a:gd name="connsiteY3" fmla="*/ 188958 h 211472"/>
              <a:gd name="connsiteX0" fmla="*/ 0 w 2755377"/>
              <a:gd name="connsiteY0" fmla="*/ 0 h 211472"/>
              <a:gd name="connsiteX1" fmla="*/ 1083732 w 2755377"/>
              <a:gd name="connsiteY1" fmla="*/ 209973 h 211472"/>
              <a:gd name="connsiteX2" fmla="*/ 2089612 w 2755377"/>
              <a:gd name="connsiteY2" fmla="*/ 99678 h 211472"/>
              <a:gd name="connsiteX3" fmla="*/ 2755377 w 2755377"/>
              <a:gd name="connsiteY3" fmla="*/ 188958 h 211472"/>
              <a:gd name="connsiteX0" fmla="*/ 0 w 2755377"/>
              <a:gd name="connsiteY0" fmla="*/ 0 h 211472"/>
              <a:gd name="connsiteX1" fmla="*/ 1083732 w 2755377"/>
              <a:gd name="connsiteY1" fmla="*/ 209973 h 211472"/>
              <a:gd name="connsiteX2" fmla="*/ 2089612 w 2755377"/>
              <a:gd name="connsiteY2" fmla="*/ 99678 h 211472"/>
              <a:gd name="connsiteX3" fmla="*/ 2755377 w 2755377"/>
              <a:gd name="connsiteY3" fmla="*/ 188958 h 211472"/>
              <a:gd name="connsiteX0" fmla="*/ 0 w 3416465"/>
              <a:gd name="connsiteY0" fmla="*/ 0 h 378251"/>
              <a:gd name="connsiteX1" fmla="*/ 1744820 w 3416465"/>
              <a:gd name="connsiteY1" fmla="*/ 370537 h 378251"/>
              <a:gd name="connsiteX2" fmla="*/ 2750700 w 3416465"/>
              <a:gd name="connsiteY2" fmla="*/ 260242 h 378251"/>
              <a:gd name="connsiteX3" fmla="*/ 3416465 w 3416465"/>
              <a:gd name="connsiteY3" fmla="*/ 349522 h 37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6465" h="378251">
                <a:moveTo>
                  <a:pt x="0" y="0"/>
                </a:moveTo>
                <a:cubicBezTo>
                  <a:pt x="231986" y="73379"/>
                  <a:pt x="1286370" y="327163"/>
                  <a:pt x="1744820" y="370537"/>
                </a:cubicBezTo>
                <a:cubicBezTo>
                  <a:pt x="2203270" y="413911"/>
                  <a:pt x="2750700" y="260242"/>
                  <a:pt x="2750700" y="260242"/>
                </a:cubicBezTo>
                <a:cubicBezTo>
                  <a:pt x="3065061" y="221120"/>
                  <a:pt x="3232857" y="269043"/>
                  <a:pt x="3416465" y="349522"/>
                </a:cubicBezTo>
              </a:path>
            </a:pathLst>
          </a:custGeom>
          <a:noFill/>
          <a:ln w="25400" cap="flat" cmpd="sng" algn="ctr">
            <a:solidFill>
              <a:srgbClr val="0D0D0D"/>
            </a:solidFill>
            <a:prstDash val="solid"/>
            <a:headEnd type="none" w="med" len="med"/>
            <a:tailEnd type="triangl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33EB61D-6044-3428-A37A-3BC1F08134D7}"/>
                  </a:ext>
                </a:extLst>
              </p:cNvPr>
              <p:cNvSpPr txBox="1"/>
              <p:nvPr/>
            </p:nvSpPr>
            <p:spPr>
              <a:xfrm>
                <a:off x="6316118" y="4132908"/>
                <a:ext cx="2744021" cy="9477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𝐺𝑢𝑒𝑠𝑠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 :</m:t>
                      </m:r>
                    </m:oMath>
                  </m:oMathPara>
                </a14:m>
                <a:endParaRPr lang="nl-NL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nl-NL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𝑒𝑣𝑒𝑛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 →0, 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nl-N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𝑜𝑑𝑑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→</m:t>
                              </m:r>
                            </m:e>
                          </m:nary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nary>
                    </m:oMath>
                  </m:oMathPara>
                </a14:m>
                <a:endParaRPr lang="nl-NL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33EB61D-6044-3428-A37A-3BC1F0813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6118" y="4132908"/>
                <a:ext cx="2744021" cy="9477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Arrow: Right 43">
            <a:extLst>
              <a:ext uri="{FF2B5EF4-FFF2-40B4-BE49-F238E27FC236}">
                <a16:creationId xmlns:a16="http://schemas.microsoft.com/office/drawing/2014/main" id="{5DD6C2A2-80CF-FCB2-E61B-A9B442C4E766}"/>
              </a:ext>
            </a:extLst>
          </p:cNvPr>
          <p:cNvSpPr/>
          <p:nvPr/>
        </p:nvSpPr>
        <p:spPr>
          <a:xfrm rot="5400000">
            <a:off x="7892457" y="3596557"/>
            <a:ext cx="506359" cy="484632"/>
          </a:xfrm>
          <a:prstGeom prst="rightArrow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48510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heme/theme1.xml><?xml version="1.0" encoding="utf-8"?>
<a:theme xmlns:a="http://schemas.openxmlformats.org/drawingml/2006/main" name="Slide Master Only: November 2024">
  <a:themeElements>
    <a:clrScheme name="Philips">
      <a:dk1>
        <a:srgbClr val="000000"/>
      </a:dk1>
      <a:lt1>
        <a:srgbClr val="FFFFFF"/>
      </a:lt1>
      <a:dk2>
        <a:srgbClr val="0B5ED7"/>
      </a:dk2>
      <a:lt2>
        <a:srgbClr val="BDF0FF"/>
      </a:lt2>
      <a:accent1>
        <a:srgbClr val="00126E"/>
      </a:accent1>
      <a:accent2>
        <a:srgbClr val="02DA20"/>
      </a:accent2>
      <a:accent3>
        <a:srgbClr val="F85569"/>
      </a:accent3>
      <a:accent4>
        <a:srgbClr val="FFCF50"/>
      </a:accent4>
      <a:accent5>
        <a:srgbClr val="FA8DDC"/>
      </a:accent5>
      <a:accent6>
        <a:srgbClr val="D780FF"/>
      </a:accent6>
      <a:hlink>
        <a:srgbClr val="0B5ED7"/>
      </a:hlink>
      <a:folHlink>
        <a:srgbClr val="0B5ED7"/>
      </a:folHlink>
    </a:clrScheme>
    <a:fontScheme name="Philips (2024)">
      <a:majorFont>
        <a:latin typeface="Calibri Light"/>
        <a:ea typeface="Yu Gothic"/>
        <a:cs typeface=""/>
      </a:majorFont>
      <a:minorFont>
        <a:latin typeface="Calibri"/>
        <a:ea typeface="Yu Gothic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25400" cap="flat" cmpd="sng" algn="ctr">
          <a:noFill/>
          <a:prstDash val="solid"/>
        </a:ln>
        <a:effectLst/>
      </a:spPr>
      <a:bodyPr lIns="90000" tIns="46800" rIns="90000" bIns="46800" rtlCol="0" anchor="ctr"/>
      <a:lstStyle>
        <a:defPPr algn="ctr">
          <a:spcAft>
            <a:spcPts val="600"/>
          </a:spcAft>
          <a:defRPr sz="14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>
          <a:noFill/>
        </a:ln>
      </a:spPr>
      <a:bodyPr wrap="none" lIns="90000" tIns="46800" rIns="90000" bIns="46800" rtlCol="0">
        <a:spAutoFit/>
      </a:bodyPr>
      <a:lstStyle>
        <a:defPPr marL="0" indent="0" algn="l">
          <a:spcAft>
            <a:spcPts val="600"/>
          </a:spcAft>
          <a:buSzPct val="75000"/>
          <a:buNone/>
          <a:defRPr sz="1400" dirty="0" smtClean="0"/>
        </a:defPPr>
      </a:lstStyle>
    </a:txDef>
  </a:objectDefaults>
  <a:extraClrSchemeLst/>
  <a:custClrLst>
    <a:custClr name="Light Blue">
      <a:srgbClr val="BDF0FF"/>
    </a:custClr>
    <a:custClr name="Light Aqua">
      <a:srgbClr val="9CF6FB"/>
    </a:custClr>
    <a:custClr name="Light Green">
      <a:srgbClr val="ADFFB5"/>
    </a:custClr>
    <a:custClr name="Light Gold">
      <a:srgbClr val="FCFCC2"/>
    </a:custClr>
    <a:custClr name="Light Coral">
      <a:srgbClr val="FFDEDB"/>
    </a:custClr>
    <a:custClr name="Light Pink">
      <a:srgbClr val="FFE5F9"/>
    </a:custClr>
    <a:custClr name="Light Purple">
      <a:srgbClr val="F1DEFC"/>
    </a:custClr>
    <a:custClr name="White">
      <a:srgbClr val="FFFFFF"/>
    </a:custClr>
    <a:custClr name="White">
      <a:srgbClr val="FFFFFF"/>
    </a:custClr>
    <a:custClr name="White">
      <a:srgbClr val="FFFFFF"/>
    </a:custClr>
    <a:custClr name="Philips Blue">
      <a:srgbClr val="0B5ED7"/>
    </a:custClr>
    <a:custClr name="Aqua">
      <a:srgbClr val="02ABB1"/>
    </a:custClr>
    <a:custClr name="Green">
      <a:srgbClr val="02DA21"/>
    </a:custClr>
    <a:custClr name="Gold">
      <a:srgbClr val="FFCF50"/>
    </a:custClr>
    <a:custClr name="Coral">
      <a:srgbClr val="F85569"/>
    </a:custClr>
    <a:custClr name="Pink">
      <a:srgbClr val="FA8DDC"/>
    </a:custClr>
    <a:custClr name="Purple">
      <a:srgbClr val="D780FF"/>
    </a:custClr>
    <a:custClr name="White">
      <a:srgbClr val="FFFFFF"/>
    </a:custClr>
    <a:custClr name="White">
      <a:srgbClr val="FFFFFF"/>
    </a:custClr>
    <a:custClr name="White">
      <a:srgbClr val="FFFFFF"/>
    </a:custClr>
    <a:custClr name="Dark Blue">
      <a:srgbClr val="00126E"/>
    </a:custClr>
    <a:custClr name="Dark Aqua">
      <a:srgbClr val="00666F"/>
    </a:custClr>
    <a:custClr name="Dark Green">
      <a:srgbClr val="008800"/>
    </a:custClr>
    <a:custClr name="Dark Gold">
      <a:srgbClr val="FCA708"/>
    </a:custClr>
    <a:custClr name="Dark Coral">
      <a:srgbClr val="D43F44"/>
    </a:custClr>
    <a:custClr name="Dark Pink">
      <a:srgbClr val="DB0383"/>
    </a:custClr>
    <a:custClr name="Dark Purple">
      <a:srgbClr val="A80DF2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ACTIVE edits_JULY 15 VisID template" id="{6786F5D1-4757-F140-90A2-1887A2078D1A}" vid="{E537A740-66BA-B049-9B06-A6174F937C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DA48BB3-A2F8-5147-98FB-30E02B1C7AEF}">
  <we:reference id="54c7af0c-5b65-49a9-ab86-f2a8a4690127" version="2.0.0.3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TemplafyTemplateConfiguration><![CDATA[{"elementsMetadata":[],"transformationConfigurations":[],"templateName":"Philips Master Template (updated margins)","templateDescription":"","enableDocumentContentUpdater":false,"version":"2.0"}]]></TemplafyTemplateConfiguration>
</file>

<file path=customXml/item2.xml><?xml version="1.0" encoding="utf-8"?>
<TemplafyFormConfiguration><![CDATA[{"formFields":[],"formDataEntries":[]}]]></TemplafyFormConfiguration>
</file>

<file path=customXml/itemProps1.xml><?xml version="1.0" encoding="utf-8"?>
<ds:datastoreItem xmlns:ds="http://schemas.openxmlformats.org/officeDocument/2006/customXml" ds:itemID="{BFBCB3F7-860C-40CC-8532-A042390E68D6}">
  <ds:schemaRefs/>
</ds:datastoreItem>
</file>

<file path=customXml/itemProps2.xml><?xml version="1.0" encoding="utf-8"?>
<ds:datastoreItem xmlns:ds="http://schemas.openxmlformats.org/officeDocument/2006/customXml" ds:itemID="{758FF650-907C-428F-AD7B-6BA9D849A6CB}">
  <ds:schemaRefs/>
</ds:datastoreItem>
</file>

<file path=docMetadata/LabelInfo.xml><?xml version="1.0" encoding="utf-8"?>
<clbl:labelList xmlns:clbl="http://schemas.microsoft.com/office/2020/mipLabelMetadata">
  <clbl:label id="{1a407a2d-7675-4d17-8692-b3ac285306e4}" enabled="0" method="" siteId="{1a407a2d-7675-4d17-8692-b3ac285306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83</Words>
  <Application>Microsoft Office PowerPoint</Application>
  <PresentationFormat>On-screen Show (16:9)</PresentationFormat>
  <Paragraphs>51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Calibri Light</vt:lpstr>
      <vt:lpstr>Cambria Math</vt:lpstr>
      <vt:lpstr>Grotesque</vt:lpstr>
      <vt:lpstr>Slide Master Only: November 2024</vt:lpstr>
      <vt:lpstr>think-cell Slide</vt:lpstr>
      <vt:lpstr>Algorithm at Alice’s side</vt:lpstr>
      <vt:lpstr>Algorithm at Bob’s side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Philips Corporate PowerPoint Template</dc:title>
  <dc:subject/>
  <dc:creator>Hendriks, Rob</dc:creator>
  <cp:keywords/>
  <dc:description/>
  <cp:lastModifiedBy>Hendriks, Rob</cp:lastModifiedBy>
  <cp:revision>1</cp:revision>
  <dcterms:created xsi:type="dcterms:W3CDTF">2025-09-06T05:07:06Z</dcterms:created>
  <dcterms:modified xsi:type="dcterms:W3CDTF">2026-01-29T17:53:27Z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2025-09-05T06:54:52</vt:lpwstr>
  </property>
  <property fmtid="{D5CDD505-2E9C-101B-9397-08002B2CF9AE}" pid="3" name="TemplafyTenantId">
    <vt:lpwstr>philips</vt:lpwstr>
  </property>
  <property fmtid="{D5CDD505-2E9C-101B-9397-08002B2CF9AE}" pid="4" name="TemplafyTemplateId">
    <vt:lpwstr>1267840776996651068</vt:lpwstr>
  </property>
  <property fmtid="{D5CDD505-2E9C-101B-9397-08002B2CF9AE}" pid="5" name="TemplafyUserProfileId">
    <vt:lpwstr>637652993277589542</vt:lpwstr>
  </property>
  <property fmtid="{D5CDD505-2E9C-101B-9397-08002B2CF9AE}" pid="6" name="TemplafyFromBlank">
    <vt:bool>true</vt:bool>
  </property>
</Properties>
</file>